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2.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00" r:id="rId1"/>
  </p:sldMasterIdLst>
  <p:notesMasterIdLst>
    <p:notesMasterId r:id="rId17"/>
  </p:notesMasterIdLst>
  <p:handoutMasterIdLst>
    <p:handoutMasterId r:id="rId18"/>
  </p:handoutMasterIdLst>
  <p:sldIdLst>
    <p:sldId id="475" r:id="rId16"/>
    <p:sldId id="463" r:id="rId6"/>
    <p:sldId id="476" r:id="rId15"/>
    <p:sldId id="477" r:id="rId14"/>
    <p:sldId id="478" r:id="rId13"/>
    <p:sldId id="479" r:id="rId12"/>
    <p:sldId id="480" r:id="rId11"/>
    <p:sldId id="481" r:id="rId10"/>
    <p:sldId id="482" r:id="rId9"/>
    <p:sldId id="483" r:id="rId8"/>
    <p:sldId id="484" r:id="rId7"/>
    <p:sldId id="485"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61" userDrawn="1">
          <p15:clr>
            <a:srgbClr val="A4A3A4"/>
          </p15:clr>
        </p15:guide>
        <p15:guide id="2" pos="7446"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2D2D2"/>
    <a:srgbClr val="5A5A5A"/>
    <a:srgbClr val="969696"/>
    <a:srgbClr val="006DAE"/>
    <a:srgbClr val="006CAB"/>
    <a:srgbClr val="E6E6E6"/>
    <a:srgbClr val="C800D9"/>
    <a:srgbClr val="CD48D9"/>
    <a:srgbClr val="00AC3E"/>
    <a:srgbClr val="F163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11" autoAdjust="0"/>
    <p:restoredTop sz="96168"/>
  </p:normalViewPr>
  <p:slideViewPr>
    <p:cSldViewPr snapToGrid="0" snapToObjects="1" showGuides="1">
      <p:cViewPr varScale="1">
        <p:scale>
          <a:sx n="134" d="100"/>
          <a:sy n="134" d="100"/>
        </p:scale>
        <p:origin x="368" y="176"/>
      </p:cViewPr>
      <p:guideLst>
        <p:guide orient="horz" pos="3861"/>
        <p:guide pos="7446"/>
      </p:guideLst>
    </p:cSldViewPr>
  </p:slideViewPr>
  <p:notesTextViewPr>
    <p:cViewPr>
      <p:scale>
        <a:sx n="3" d="2"/>
        <a:sy n="3" d="2"/>
      </p:scale>
      <p:origin x="0" y="0"/>
    </p:cViewPr>
  </p:notesTextViewPr>
  <p:notesViewPr>
    <p:cSldViewPr snapToGrid="0" snapToObjects="1" showGuides="1">
      <p:cViewPr varScale="1">
        <p:scale>
          <a:sx n="87" d="100"/>
          <a:sy n="87" d="100"/>
        </p:scale>
        <p:origin x="384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slide" Target="slides/slide23.xml"/><Relationship Id="rId6" Type="http://schemas.openxmlformats.org/officeDocument/2006/relationships/slide" Target="slides/slide5.xml"/><Relationship Id="rId7" Type="http://schemas.openxmlformats.org/officeDocument/2006/relationships/slide" Target="slides/slide22.xml"/><Relationship Id="rId8" Type="http://schemas.openxmlformats.org/officeDocument/2006/relationships/slide" Target="slides/slide21.xml"/><Relationship Id="rId9" Type="http://schemas.openxmlformats.org/officeDocument/2006/relationships/slide" Target="slides/slide20.xml"/><Relationship Id="rId10" Type="http://schemas.openxmlformats.org/officeDocument/2006/relationships/slide" Target="slides/slide19.xml"/><Relationship Id="rId11" Type="http://schemas.openxmlformats.org/officeDocument/2006/relationships/slide" Target="slides/slide18.xml"/><Relationship Id="rId12" Type="http://schemas.openxmlformats.org/officeDocument/2006/relationships/slide" Target="slides/slide17.xml"/><Relationship Id="rId13" Type="http://schemas.openxmlformats.org/officeDocument/2006/relationships/slide" Target="slides/slide16.xml"/><Relationship Id="rId14" Type="http://schemas.openxmlformats.org/officeDocument/2006/relationships/slide" Target="slides/slide15.xml"/><Relationship Id="rId15" Type="http://schemas.openxmlformats.org/officeDocument/2006/relationships/slide" Target="slides/slide14.xml"/><Relationship Id="rId16" Type="http://schemas.openxmlformats.org/officeDocument/2006/relationships/slide" Target="slides/slide13.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Real-world error (EER %)</c:v>
                </c:pt>
              </c:strCache>
            </c:strRef>
          </c:tx>
          <c:spPr>
            <a:solidFill>
              <a:srgbClr val="C8D3DE"/>
            </a:solidFill>
          </c:spPr>
          <c:dPt>
            <c:idx val="0"/>
            <c:spPr>
              <a:solidFill>
                <a:srgbClr val="006DAE"/>
              </a:solidFill>
            </c:spPr>
          </c:dPt>
          <c:dPt>
            <c:idx val="1"/>
            <c:spPr>
              <a:solidFill>
                <a:srgbClr val="006DAE"/>
              </a:solidFill>
            </c:spPr>
          </c:dPt>
          <c:dPt>
            <c:idx val="2"/>
            <c:spPr>
              <a:solidFill>
                <a:srgbClr val="006DAE"/>
              </a:solidFill>
            </c:spPr>
          </c:dPt>
          <c:cat>
            <c:strRef>
              <c:f>Sheet1!$A$2:$A$9</c:f>
              <c:strCache>
                <c:ptCount val="8"/>
                <c:pt idx="0">
                  <c:v>+ paired real speech (served)</c:v>
                </c:pt>
                <c:pt idx="1">
                  <c:v>+ our own fakes</c:v>
                </c:pt>
                <c:pt idx="2">
                  <c:v>+ SpeechFake data</c:v>
                </c:pt>
                <c:pt idx="3">
                  <c:v>Pre-trained + augmentation</c:v>
                </c:pt>
                <c:pt idx="4">
                  <c:v>Pre-trained model</c:v>
                </c:pt>
                <c:pt idx="5">
                  <c:v>+ noise augmentation</c:v>
                </c:pt>
                <c:pt idx="6">
                  <c:v>AASIST</c:v>
                </c:pt>
                <c:pt idx="7">
                  <c:v>CNN, benchmark data</c:v>
                </c:pt>
              </c:strCache>
            </c:strRef>
          </c:cat>
          <c:val>
            <c:numRef>
              <c:f>Sheet1!$B$2:$B$9</c:f>
              <c:numCache>
                <c:formatCode>General</c:formatCode>
                <c:ptCount val="8"/>
                <c:pt idx="0">
                  <c:v>1.51</c:v>
                </c:pt>
                <c:pt idx="1">
                  <c:v>2.02</c:v>
                </c:pt>
                <c:pt idx="2">
                  <c:v>2.65</c:v>
                </c:pt>
                <c:pt idx="3">
                  <c:v>11.21</c:v>
                </c:pt>
                <c:pt idx="4">
                  <c:v>37.86</c:v>
                </c:pt>
                <c:pt idx="5">
                  <c:v>48.78</c:v>
                </c:pt>
                <c:pt idx="6">
                  <c:v>37.15</c:v>
                </c:pt>
                <c:pt idx="7">
                  <c:v>58.54</c:v>
                </c:pt>
              </c:numCache>
            </c:numRef>
          </c:val>
        </c:ser>
        <c:dLbls>
          <c:numFmt formatCode="0.0&quot;%&quot;" sourceLinked="0"/>
          <c:txPr>
            <a:bodyPr/>
            <a:lstStyle/>
            <a:p>
              <a:pPr>
                <a:defRPr sz="1300"/>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noFill/>
          </a:ln>
        </c:spPr>
        <c:crossAx val="-2113994440"/>
        <c:crosses val="autoZero"/>
        <c:auto val="1"/>
        <c:lblAlgn val="ctr"/>
        <c:lblOffset val="100"/>
        <c:noMultiLvlLbl val="0"/>
      </c:catAx>
      <c:valAx>
        <c:axId val="-2113994440"/>
        <c:scaling>
          <c:max val="70.0"/>
        </c:scaling>
        <c:delete/>
        <c:axPos val="b"/>
        <c:majorTickMark val="out"/>
        <c:minorTickMark val="none"/>
        <c:tickLblPos val="nextTo"/>
        <c:crossAx val="-2068027336"/>
        <c:crosses val="autoZero"/>
      </c:valAx>
    </c:plotArea>
    <c:dispBlanksAs val="gap"/>
  </c:chart>
  <c:txPr>
    <a:bodyPr/>
    <a:lstStyle/>
    <a:p>
      <a:pPr>
        <a:defRPr sz="1300">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9DACBD-CDD8-4565-B9F3-1C3CBF9F63D7}" type="datetimeFigureOut">
              <a:rPr lang="en-AU" smtClean="0"/>
              <a:t>13/10/22</a:t>
            </a:fld>
            <a:endParaRPr lang="en-AU"/>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52ECBC-BEF5-4DD8-8CB9-946FE619C770}" type="slidenum">
              <a:rPr lang="en-AU" smtClean="0"/>
              <a:t>‹#›</a:t>
            </a:fld>
            <a:endParaRPr lang="en-AU"/>
          </a:p>
        </p:txBody>
      </p:sp>
    </p:spTree>
    <p:extLst>
      <p:ext uri="{BB962C8B-B14F-4D97-AF65-F5344CB8AC3E}">
        <p14:creationId xmlns:p14="http://schemas.microsoft.com/office/powerpoint/2010/main" val="21457651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11CB84-D0B3-C44D-BDDA-E6DD29AD4414}" type="datetimeFigureOut">
              <a:rPr lang="en-US" smtClean="0"/>
              <a:t>10/13/22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7E0804-BAAB-D942-A332-52AA6138B38D}" type="slidenum">
              <a:rPr lang="en-US" smtClean="0"/>
              <a:t>‹#›</a:t>
            </a:fld>
            <a:endParaRPr lang="en-US"/>
          </a:p>
        </p:txBody>
      </p:sp>
    </p:spTree>
    <p:extLst>
      <p:ext uri="{BB962C8B-B14F-4D97-AF65-F5344CB8AC3E}">
        <p14:creationId xmlns:p14="http://schemas.microsoft.com/office/powerpoint/2010/main" val="125989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[Amaan · 1:00–2:00]</a:t>
            </a:r>
          </a:p>
          <a:p/>
          <a:p>
            <a:r>
              <a:t>Voice cloning is now cheap. In 2019 a company sent 220,000 euros after a phone call that imitated its chief executive, and consumer agencies now warn about 'family emergency' calls in a relative's cloned voice. The person at risk usually has one recording and no one to ask. Detectors exist, but they advertise one accuracy number, and that hides two different mistakes with different costs: flagging a real voice accuses someone; missing a fake leaves someone unprotected. Our project is built around showing both. Over to Mohid.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[Amaan · 0:15–1:00]</a:t>
            </a:r>
          </a:p>
          <a:p/>
          <a:p>
            <a:r>
              <a:t>Before we explain anything: here are two short clips. [Play Clip A, then Clip B, from the sample panel on the site's home page: 'Synthetic speech' is A, 'Real recording' is B.] Hands up if you think A is the fake. ... A is synthetic; B is a real person. Most people can't tell reliably, and these are 2019-era fakes. Today's are better.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[Amaan · 0:00–0:15]</a:t>
            </a:r>
          </a:p>
          <a:p/>
          <a:p>
            <a:r>
              <a:t>Good morning. We are Mohid, Amaan and Farhan, and our project is SoundSentinal: a tool that tells you how likely it is that a voice recording was generated by AI, and how far to trust that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[Mohid · 2:00–3:30]</a:t>
            </a:r>
          </a:p>
          <a:p/>
          <a:p>
            <a:r>
              <a:t>This is SoundSentinal, live. [Switch to the browser. Upload a clip, or press 'Check a clip' with the sample.] You upload a voice note, a call recording or a video; the audio is scored in memory and never stored. Instead of a red FAKE stamp, you get a reading: a needle on a scale, the line where the model flags a clip, and, underneath, how often this exact model is wrong on recordings it has never heard. [If the server is cold it takes ~30 s; keep talking over it, or use the screenshot.]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[Mohid · 3:30–4:30]</a:t>
            </a:r>
          </a:p>
          <a:p/>
          <a:p>
            <a:r>
              <a:t>Under the hood: we take the first four seconds, resample to 16 kHz, and pass it through a speech model that was pre-trained on real speech in 128 languages, with a small classifier on top. Out comes one score: how synthetic it sounds. The key step is the last one. We set the line using thousands of genuine recordings the model never trained on, so that only 1 in 100 real voices crosses it. That's what you see at the bottom: the score, the line, and a band where the model is unsure.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[Mohid · 4:30–5:30]</a:t>
            </a:r>
          </a:p>
          <a:p/>
          <a:p>
            <a:r>
              <a:t>We compared three model sizes. On the standard benchmark the bigger models win, as expected. But the benchmark was misleading: on real-world recordings of public figures, the small models were close to guessing. Only the large pre-trained model held up, so that's the one we serve. Two more choices: we show a reading against a visible line, not a verdict; and we measured privacy-preserving training, found it cost accuracy while protecting only public training data, so we protect the user's upload instead.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[Mohid · 5:30–6:30]</a:t>
            </a:r>
          </a:p>
          <a:p/>
          <a:p>
            <a:r>
              <a:t>This chart is the project in one picture. Each bar is a model, in the order we built them; the measure is the error on real-world recordings it was never trained on. Our first models scored well on the benchmark and then collapsed here, to 37% and worse; 50% is a coin toss. Augmentation alone made it worse. What worked was the pre-trained model, then more variety of fakes: a public dataset, then clips we generated ourselves, 66,000 in the end from twelve open text-to-speech systems, and finally the genuine recordings those voices were cloned from. That took us from 37% to 1.5%. Farhan will explain how we managed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[Farhan · 6:30–7:30]</a:t>
            </a:r>
          </a:p>
          <a:p/>
          <a:p>
            <a:r>
              <a:t>We ran 23 experiments in eight weeks. Our critical path was GPU time on Monash's M3 cluster: each serious training run took 12 to 13 hours on one GPU, about 350 GPU-hours in total. Our main project control was pre-registration: before every experiment we wrote down what would count as success, so we couldn't move the goalposts afterwards. That mattered for setbacks: when the models collapsed on real audio on 21 September we re-planned around it; and when the final model missed one of our own targets by 0.08 points, the decision to use it anyway was recorded before we switched it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[Amaan · 7:30–8:30]</a:t>
            </a:r>
          </a:p>
          <a:p/>
          <a:p>
            <a:r>
              <a:t>Constraints shaped the design. Cost: the model server scales to zero when nobody is using it, so hosting has cost 53 cents of student credit so far. Carbon: training is the expensive part, about 350 GPU-hours, which we estimate at 140 to 190 kilograms of CO2 at Victoria's grid intensity; using it costs almost nothing. Privacy: clips are never written to disk or logged. Licences: we only used data that allows commercial use, which ruled out one large dataset. And safety cuts both ways: we chose to flag only 1 in 100 real voices, because wrongly accusing someone is a harm as well.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[Mohid · 8:30–9:15]</a:t>
            </a:r>
          </a:p>
          <a:p/>
          <a:p>
            <a:r>
              <a:t>It isn't perfect, and we'd rather say so. Clean, studio-quality fakes still get past it between one time in seven and one in eleven. One brand-new voice generator it never heard still passes more than half the time. It reads only the first four seconds. And the model we serve missed one of our own targets by 0.08 points; we chose to use it because almost everything else improved, and we wrote that down. That's why the site never says 'real': it says a low score on a clean recording isn't proof.</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[Farhan · 9:15–10:00]</a:t>
            </a:r>
          </a:p>
          <a:p/>
          <a:p>
            <a:r>
              <a:t>Who benefits: anyone holding one recording and one question, such as someone who got a suspicious voice note, a journalist checking a clip, or a platform moderator, who gets an honest reading instead of a false certainty. Next steps would be scoring whole clips, catching the newest generators, and testing the interface with real users. Thank you; we're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4.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5.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7.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1.emf"/><Relationship Id="rId4" Type="http://schemas.openxmlformats.org/officeDocument/2006/relationships/image" Target="../media/image8.jpg"/><Relationship Id="rId5" Type="http://schemas.openxmlformats.org/officeDocument/2006/relationships/image" Target="../media/image9.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6.emf"/><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1.emf"/><Relationship Id="rId4" Type="http://schemas.openxmlformats.org/officeDocument/2006/relationships/image" Target="../media/image11.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7.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7.jpg"/><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7.jp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image option 1">
    <p:spTree>
      <p:nvGrpSpPr>
        <p:cNvPr id="1" name=""/>
        <p:cNvGrpSpPr/>
        <p:nvPr/>
      </p:nvGrpSpPr>
      <p:grpSpPr>
        <a:xfrm>
          <a:off x="0" y="0"/>
          <a:ext cx="0" cy="0"/>
          <a:chOff x="0" y="0"/>
          <a:chExt cx="0" cy="0"/>
        </a:xfrm>
      </p:grpSpPr>
      <p:sp>
        <p:nvSpPr>
          <p:cNvPr id="18" name="Text Placeholder 17"/>
          <p:cNvSpPr>
            <a:spLocks noGrp="1"/>
          </p:cNvSpPr>
          <p:nvPr>
            <p:ph type="body" sz="quarter" idx="11" hasCustomPrompt="1"/>
          </p:nvPr>
        </p:nvSpPr>
        <p:spPr>
          <a:xfrm>
            <a:off x="379112" y="2765699"/>
            <a:ext cx="6012163" cy="678126"/>
          </a:xfrm>
          <a:prstGeom prst="rect">
            <a:avLst/>
          </a:prstGeom>
        </p:spPr>
        <p:txBody>
          <a:bodyPr/>
          <a:lstStyle>
            <a:lvl1pPr>
              <a:defRPr sz="2800">
                <a:solidFill>
                  <a:schemeClr val="tx1"/>
                </a:solidFill>
              </a:defRPr>
            </a:lvl1pPr>
          </a:lstStyle>
          <a:p>
            <a:r>
              <a:rPr lang="en-AU" dirty="0"/>
              <a:t>SUB HEADLINE / PRESENTER (28PT ARIAL NARROW, UPPER CASE)</a:t>
            </a:r>
            <a:endParaRPr lang="en-US" dirty="0"/>
          </a:p>
        </p:txBody>
      </p:sp>
      <p:sp>
        <p:nvSpPr>
          <p:cNvPr id="19" name="Text Placeholder 17"/>
          <p:cNvSpPr>
            <a:spLocks noGrp="1"/>
          </p:cNvSpPr>
          <p:nvPr>
            <p:ph type="body" sz="quarter" idx="12" hasCustomPrompt="1"/>
          </p:nvPr>
        </p:nvSpPr>
        <p:spPr>
          <a:xfrm>
            <a:off x="370485" y="4463086"/>
            <a:ext cx="5649316" cy="409725"/>
          </a:xfrm>
          <a:prstGeom prst="rect">
            <a:avLst/>
          </a:prstGeom>
        </p:spPr>
        <p:txBody>
          <a:bodyPr/>
          <a:lstStyle>
            <a:lvl1pPr>
              <a:defRPr sz="2000" baseline="0">
                <a:solidFill>
                  <a:schemeClr val="tx1"/>
                </a:solidFill>
              </a:defRPr>
            </a:lvl1pPr>
          </a:lstStyle>
          <a:p>
            <a:r>
              <a:rPr lang="en-AU" dirty="0"/>
              <a:t>DATE (20PT ARIAL NARROW, UPPER CASE)</a:t>
            </a:r>
            <a:br>
              <a:rPr lang="en-AU" dirty="0"/>
            </a:br>
            <a:endParaRPr lang="en-US" dirty="0"/>
          </a:p>
        </p:txBody>
      </p:sp>
      <p:sp>
        <p:nvSpPr>
          <p:cNvPr id="23" name="Text Placeholder 22"/>
          <p:cNvSpPr>
            <a:spLocks noGrp="1"/>
          </p:cNvSpPr>
          <p:nvPr>
            <p:ph type="body" sz="quarter" idx="13" hasCustomPrompt="1"/>
          </p:nvPr>
        </p:nvSpPr>
        <p:spPr>
          <a:xfrm>
            <a:off x="378808" y="1959605"/>
            <a:ext cx="6012467" cy="1180231"/>
          </a:xfrm>
          <a:prstGeom prst="rect">
            <a:avLst/>
          </a:prstGeom>
        </p:spPr>
        <p:txBody>
          <a:bodyPr/>
          <a:lstStyle>
            <a:lvl1pPr>
              <a:defRPr sz="4500" b="1" baseline="0">
                <a:solidFill>
                  <a:srgbClr val="006CAB"/>
                </a:solidFill>
              </a:defRPr>
            </a:lvl1pPr>
          </a:lstStyle>
          <a:p>
            <a:pPr lvl="0"/>
            <a:r>
              <a:rPr lang="en-US" dirty="0"/>
              <a:t>TITLE (UPPER CASE)</a:t>
            </a:r>
          </a:p>
        </p:txBody>
      </p:sp>
      <p:sp>
        <p:nvSpPr>
          <p:cNvPr id="25" name="Text Placeholder 17"/>
          <p:cNvSpPr>
            <a:spLocks noGrp="1"/>
          </p:cNvSpPr>
          <p:nvPr>
            <p:ph type="body" sz="quarter" idx="14" hasCustomPrompt="1"/>
          </p:nvPr>
        </p:nvSpPr>
        <p:spPr>
          <a:xfrm>
            <a:off x="370183" y="4872811"/>
            <a:ext cx="5649617" cy="409725"/>
          </a:xfrm>
          <a:prstGeom prst="rect">
            <a:avLst/>
          </a:prstGeom>
        </p:spPr>
        <p:txBody>
          <a:bodyPr/>
          <a:lstStyle>
            <a:lvl1pPr>
              <a:defRPr sz="2000" baseline="0">
                <a:solidFill>
                  <a:schemeClr val="tx1"/>
                </a:solidFill>
              </a:defRPr>
            </a:lvl1pPr>
          </a:lstStyle>
          <a:p>
            <a:r>
              <a:rPr lang="en-AU" dirty="0"/>
              <a:t>LOCATION/ EXTRA LINE (20PT ARIAL NARROW, UPPER CASE)</a:t>
            </a:r>
            <a:br>
              <a:rPr lang="en-AU" dirty="0"/>
            </a:br>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1668" y="440724"/>
            <a:ext cx="2270107" cy="660521"/>
          </a:xfrm>
          <a:prstGeom prst="rect">
            <a:avLst/>
          </a:prstGeom>
        </p:spPr>
      </p:pic>
      <p:pic>
        <p:nvPicPr>
          <p:cNvPr id="11" name="Picture 10" descr="PPT templates-1-standard-FINAL.jpg"/>
          <p:cNvPicPr>
            <a:picLocks noChangeAspect="1"/>
          </p:cNvPicPr>
          <p:nvPr userDrawn="1"/>
        </p:nvPicPr>
        <p:blipFill rotWithShape="1">
          <a:blip r:embed="rId3">
            <a:extLst>
              <a:ext uri="{28A0092B-C50C-407E-A947-70E740481C1C}">
                <a14:useLocalDpi xmlns:a14="http://schemas.microsoft.com/office/drawing/2010/main" val="0"/>
              </a:ext>
            </a:extLst>
          </a:blip>
          <a:srcRect l="63055" r="3241"/>
          <a:stretch/>
        </p:blipFill>
        <p:spPr>
          <a:xfrm>
            <a:off x="8542871" y="0"/>
            <a:ext cx="3081867" cy="6858000"/>
          </a:xfrm>
          <a:prstGeom prst="rect">
            <a:avLst/>
          </a:prstGeom>
        </p:spPr>
      </p:pic>
    </p:spTree>
    <p:extLst>
      <p:ext uri="{BB962C8B-B14F-4D97-AF65-F5344CB8AC3E}">
        <p14:creationId xmlns:p14="http://schemas.microsoft.com/office/powerpoint/2010/main" val="1503124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_image option 2">
    <p:spTree>
      <p:nvGrpSpPr>
        <p:cNvPr id="1" name=""/>
        <p:cNvGrpSpPr/>
        <p:nvPr/>
      </p:nvGrpSpPr>
      <p:grpSpPr>
        <a:xfrm>
          <a:off x="0" y="0"/>
          <a:ext cx="0" cy="0"/>
          <a:chOff x="0" y="0"/>
          <a:chExt cx="0" cy="0"/>
        </a:xfrm>
      </p:grpSpPr>
      <p:sp>
        <p:nvSpPr>
          <p:cNvPr id="18" name="Text Placeholder 17"/>
          <p:cNvSpPr>
            <a:spLocks noGrp="1"/>
          </p:cNvSpPr>
          <p:nvPr>
            <p:ph type="body" sz="quarter" idx="11" hasCustomPrompt="1"/>
          </p:nvPr>
        </p:nvSpPr>
        <p:spPr>
          <a:xfrm>
            <a:off x="379112" y="2765699"/>
            <a:ext cx="6012163" cy="678126"/>
          </a:xfrm>
          <a:prstGeom prst="rect">
            <a:avLst/>
          </a:prstGeom>
        </p:spPr>
        <p:txBody>
          <a:bodyPr/>
          <a:lstStyle>
            <a:lvl1pPr>
              <a:defRPr sz="2800">
                <a:solidFill>
                  <a:schemeClr val="tx1"/>
                </a:solidFill>
              </a:defRPr>
            </a:lvl1pPr>
          </a:lstStyle>
          <a:p>
            <a:r>
              <a:rPr lang="en-AU" dirty="0"/>
              <a:t>SUB HEADLINE / PRESENTER (28PT ARIAL NARROW, UPPER CASE)</a:t>
            </a:r>
            <a:endParaRPr lang="en-US" dirty="0"/>
          </a:p>
        </p:txBody>
      </p:sp>
      <p:sp>
        <p:nvSpPr>
          <p:cNvPr id="19" name="Text Placeholder 17"/>
          <p:cNvSpPr>
            <a:spLocks noGrp="1"/>
          </p:cNvSpPr>
          <p:nvPr>
            <p:ph type="body" sz="quarter" idx="12" hasCustomPrompt="1"/>
          </p:nvPr>
        </p:nvSpPr>
        <p:spPr>
          <a:xfrm>
            <a:off x="370485" y="4463086"/>
            <a:ext cx="5649316" cy="409725"/>
          </a:xfrm>
          <a:prstGeom prst="rect">
            <a:avLst/>
          </a:prstGeom>
        </p:spPr>
        <p:txBody>
          <a:bodyPr/>
          <a:lstStyle>
            <a:lvl1pPr>
              <a:defRPr sz="2000" baseline="0">
                <a:solidFill>
                  <a:schemeClr val="tx1"/>
                </a:solidFill>
              </a:defRPr>
            </a:lvl1pPr>
          </a:lstStyle>
          <a:p>
            <a:r>
              <a:rPr lang="en-AU" dirty="0"/>
              <a:t>DATE (20PT ARIAL NARROW, UPPER CASE)</a:t>
            </a:r>
            <a:br>
              <a:rPr lang="en-AU" dirty="0"/>
            </a:br>
            <a:endParaRPr lang="en-US" dirty="0"/>
          </a:p>
        </p:txBody>
      </p:sp>
      <p:sp>
        <p:nvSpPr>
          <p:cNvPr id="23" name="Text Placeholder 22"/>
          <p:cNvSpPr>
            <a:spLocks noGrp="1"/>
          </p:cNvSpPr>
          <p:nvPr>
            <p:ph type="body" sz="quarter" idx="13" hasCustomPrompt="1"/>
          </p:nvPr>
        </p:nvSpPr>
        <p:spPr>
          <a:xfrm>
            <a:off x="378808" y="1959605"/>
            <a:ext cx="6012467" cy="1180231"/>
          </a:xfrm>
          <a:prstGeom prst="rect">
            <a:avLst/>
          </a:prstGeom>
        </p:spPr>
        <p:txBody>
          <a:bodyPr/>
          <a:lstStyle>
            <a:lvl1pPr>
              <a:defRPr sz="4500" b="1" baseline="0">
                <a:solidFill>
                  <a:srgbClr val="006CAB"/>
                </a:solidFill>
              </a:defRPr>
            </a:lvl1pPr>
          </a:lstStyle>
          <a:p>
            <a:pPr lvl="0"/>
            <a:r>
              <a:rPr lang="en-US" dirty="0"/>
              <a:t>TITLE (UPPER CASE)</a:t>
            </a:r>
          </a:p>
        </p:txBody>
      </p:sp>
      <p:sp>
        <p:nvSpPr>
          <p:cNvPr id="25" name="Text Placeholder 17"/>
          <p:cNvSpPr>
            <a:spLocks noGrp="1"/>
          </p:cNvSpPr>
          <p:nvPr>
            <p:ph type="body" sz="quarter" idx="14" hasCustomPrompt="1"/>
          </p:nvPr>
        </p:nvSpPr>
        <p:spPr>
          <a:xfrm>
            <a:off x="370183" y="4872811"/>
            <a:ext cx="5649617" cy="409725"/>
          </a:xfrm>
          <a:prstGeom prst="rect">
            <a:avLst/>
          </a:prstGeom>
        </p:spPr>
        <p:txBody>
          <a:bodyPr/>
          <a:lstStyle>
            <a:lvl1pPr>
              <a:defRPr sz="2000" baseline="0">
                <a:solidFill>
                  <a:schemeClr val="tx1"/>
                </a:solidFill>
              </a:defRPr>
            </a:lvl1pPr>
          </a:lstStyle>
          <a:p>
            <a:r>
              <a:rPr lang="en-AU" dirty="0"/>
              <a:t>LOCATION/ EXTRA LINE (20PT ARIAL NARROW, UPPER CASE)</a:t>
            </a:r>
            <a:br>
              <a:rPr lang="en-AU" dirty="0"/>
            </a:br>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1668" y="440724"/>
            <a:ext cx="2270107" cy="660521"/>
          </a:xfrm>
          <a:prstGeom prst="rect">
            <a:avLst/>
          </a:prstGeom>
        </p:spPr>
      </p:pic>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r="64120" b="6369"/>
          <a:stretch/>
        </p:blipFill>
        <p:spPr>
          <a:xfrm>
            <a:off x="8610064" y="0"/>
            <a:ext cx="3014138" cy="6866467"/>
          </a:xfrm>
          <a:prstGeom prst="rect">
            <a:avLst/>
          </a:prstGeom>
        </p:spPr>
      </p:pic>
    </p:spTree>
    <p:extLst>
      <p:ext uri="{BB962C8B-B14F-4D97-AF65-F5344CB8AC3E}">
        <p14:creationId xmlns:p14="http://schemas.microsoft.com/office/powerpoint/2010/main" val="3360257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_image option 3">
    <p:spTree>
      <p:nvGrpSpPr>
        <p:cNvPr id="1" name=""/>
        <p:cNvGrpSpPr/>
        <p:nvPr/>
      </p:nvGrpSpPr>
      <p:grpSpPr>
        <a:xfrm>
          <a:off x="0" y="0"/>
          <a:ext cx="0" cy="0"/>
          <a:chOff x="0" y="0"/>
          <a:chExt cx="0" cy="0"/>
        </a:xfrm>
      </p:grpSpPr>
      <p:sp>
        <p:nvSpPr>
          <p:cNvPr id="18" name="Text Placeholder 17"/>
          <p:cNvSpPr>
            <a:spLocks noGrp="1"/>
          </p:cNvSpPr>
          <p:nvPr>
            <p:ph type="body" sz="quarter" idx="11" hasCustomPrompt="1"/>
          </p:nvPr>
        </p:nvSpPr>
        <p:spPr>
          <a:xfrm>
            <a:off x="379112" y="2765699"/>
            <a:ext cx="6012163" cy="678126"/>
          </a:xfrm>
          <a:prstGeom prst="rect">
            <a:avLst/>
          </a:prstGeom>
        </p:spPr>
        <p:txBody>
          <a:bodyPr/>
          <a:lstStyle>
            <a:lvl1pPr>
              <a:defRPr sz="2800">
                <a:solidFill>
                  <a:schemeClr val="tx1"/>
                </a:solidFill>
              </a:defRPr>
            </a:lvl1pPr>
          </a:lstStyle>
          <a:p>
            <a:r>
              <a:rPr lang="en-AU" dirty="0"/>
              <a:t>SUB HEADLINE / PRESENTER (28PT ARIAL NARROW, UPPER CASE)</a:t>
            </a:r>
            <a:endParaRPr lang="en-US" dirty="0"/>
          </a:p>
        </p:txBody>
      </p:sp>
      <p:sp>
        <p:nvSpPr>
          <p:cNvPr id="19" name="Text Placeholder 17"/>
          <p:cNvSpPr>
            <a:spLocks noGrp="1"/>
          </p:cNvSpPr>
          <p:nvPr>
            <p:ph type="body" sz="quarter" idx="12" hasCustomPrompt="1"/>
          </p:nvPr>
        </p:nvSpPr>
        <p:spPr>
          <a:xfrm>
            <a:off x="370485" y="4463086"/>
            <a:ext cx="5649316" cy="409725"/>
          </a:xfrm>
          <a:prstGeom prst="rect">
            <a:avLst/>
          </a:prstGeom>
        </p:spPr>
        <p:txBody>
          <a:bodyPr/>
          <a:lstStyle>
            <a:lvl1pPr>
              <a:defRPr sz="2000" baseline="0">
                <a:solidFill>
                  <a:schemeClr val="tx1"/>
                </a:solidFill>
              </a:defRPr>
            </a:lvl1pPr>
          </a:lstStyle>
          <a:p>
            <a:r>
              <a:rPr lang="en-AU" dirty="0"/>
              <a:t>DATE (20PT ARIAL NARROW, UPPER CASE)</a:t>
            </a:r>
            <a:br>
              <a:rPr lang="en-AU" dirty="0"/>
            </a:br>
            <a:endParaRPr lang="en-US" dirty="0"/>
          </a:p>
        </p:txBody>
      </p:sp>
      <p:sp>
        <p:nvSpPr>
          <p:cNvPr id="23" name="Text Placeholder 22"/>
          <p:cNvSpPr>
            <a:spLocks noGrp="1"/>
          </p:cNvSpPr>
          <p:nvPr>
            <p:ph type="body" sz="quarter" idx="13" hasCustomPrompt="1"/>
          </p:nvPr>
        </p:nvSpPr>
        <p:spPr>
          <a:xfrm>
            <a:off x="378808" y="1959605"/>
            <a:ext cx="6012467" cy="1180231"/>
          </a:xfrm>
          <a:prstGeom prst="rect">
            <a:avLst/>
          </a:prstGeom>
        </p:spPr>
        <p:txBody>
          <a:bodyPr/>
          <a:lstStyle>
            <a:lvl1pPr>
              <a:defRPr sz="4500" b="1" baseline="0">
                <a:solidFill>
                  <a:srgbClr val="006CAB"/>
                </a:solidFill>
              </a:defRPr>
            </a:lvl1pPr>
          </a:lstStyle>
          <a:p>
            <a:pPr lvl="0"/>
            <a:r>
              <a:rPr lang="en-US" dirty="0"/>
              <a:t>TITLE (UPPER CASE)</a:t>
            </a:r>
          </a:p>
        </p:txBody>
      </p:sp>
      <p:sp>
        <p:nvSpPr>
          <p:cNvPr id="25" name="Text Placeholder 17"/>
          <p:cNvSpPr>
            <a:spLocks noGrp="1"/>
          </p:cNvSpPr>
          <p:nvPr>
            <p:ph type="body" sz="quarter" idx="14" hasCustomPrompt="1"/>
          </p:nvPr>
        </p:nvSpPr>
        <p:spPr>
          <a:xfrm>
            <a:off x="370183" y="4872811"/>
            <a:ext cx="5649617" cy="409725"/>
          </a:xfrm>
          <a:prstGeom prst="rect">
            <a:avLst/>
          </a:prstGeom>
        </p:spPr>
        <p:txBody>
          <a:bodyPr/>
          <a:lstStyle>
            <a:lvl1pPr>
              <a:defRPr sz="2000" baseline="0">
                <a:solidFill>
                  <a:schemeClr val="tx1"/>
                </a:solidFill>
              </a:defRPr>
            </a:lvl1pPr>
          </a:lstStyle>
          <a:p>
            <a:r>
              <a:rPr lang="en-AU" dirty="0"/>
              <a:t>LOCATION/ EXTRA LINE (20PT ARIAL NARROW, UPPER CASE)</a:t>
            </a:r>
            <a:br>
              <a:rPr lang="en-AU" dirty="0"/>
            </a:br>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1668" y="440724"/>
            <a:ext cx="2270107" cy="660521"/>
          </a:xfrm>
          <a:prstGeom prst="rect">
            <a:avLst/>
          </a:prstGeom>
        </p:spPr>
      </p:pic>
      <p:pic>
        <p:nvPicPr>
          <p:cNvPr id="3" name="Picture 2"/>
          <p:cNvPicPr>
            <a:picLocks noChangeAspect="1"/>
          </p:cNvPicPr>
          <p:nvPr userDrawn="1"/>
        </p:nvPicPr>
        <p:blipFill rotWithShape="1">
          <a:blip r:embed="rId3">
            <a:extLst>
              <a:ext uri="{28A0092B-C50C-407E-A947-70E740481C1C}">
                <a14:useLocalDpi xmlns:a14="http://schemas.microsoft.com/office/drawing/2010/main" val="0"/>
              </a:ext>
            </a:extLst>
          </a:blip>
          <a:srcRect r="64112" b="6466"/>
          <a:stretch/>
        </p:blipFill>
        <p:spPr>
          <a:xfrm>
            <a:off x="8618530" y="0"/>
            <a:ext cx="3014139" cy="6858000"/>
          </a:xfrm>
          <a:prstGeom prst="rect">
            <a:avLst/>
          </a:prstGeom>
        </p:spPr>
      </p:pic>
    </p:spTree>
    <p:extLst>
      <p:ext uri="{BB962C8B-B14F-4D97-AF65-F5344CB8AC3E}">
        <p14:creationId xmlns:p14="http://schemas.microsoft.com/office/powerpoint/2010/main" val="2834578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_image option 4">
    <p:spTree>
      <p:nvGrpSpPr>
        <p:cNvPr id="1" name=""/>
        <p:cNvGrpSpPr/>
        <p:nvPr/>
      </p:nvGrpSpPr>
      <p:grpSpPr>
        <a:xfrm>
          <a:off x="0" y="0"/>
          <a:ext cx="0" cy="0"/>
          <a:chOff x="0" y="0"/>
          <a:chExt cx="0" cy="0"/>
        </a:xfrm>
      </p:grpSpPr>
      <p:sp>
        <p:nvSpPr>
          <p:cNvPr id="18" name="Text Placeholder 17"/>
          <p:cNvSpPr>
            <a:spLocks noGrp="1"/>
          </p:cNvSpPr>
          <p:nvPr>
            <p:ph type="body" sz="quarter" idx="11" hasCustomPrompt="1"/>
          </p:nvPr>
        </p:nvSpPr>
        <p:spPr>
          <a:xfrm>
            <a:off x="379112" y="2765699"/>
            <a:ext cx="6012163" cy="678126"/>
          </a:xfrm>
          <a:prstGeom prst="rect">
            <a:avLst/>
          </a:prstGeom>
        </p:spPr>
        <p:txBody>
          <a:bodyPr/>
          <a:lstStyle>
            <a:lvl1pPr>
              <a:defRPr sz="2800">
                <a:solidFill>
                  <a:schemeClr val="tx1"/>
                </a:solidFill>
              </a:defRPr>
            </a:lvl1pPr>
          </a:lstStyle>
          <a:p>
            <a:r>
              <a:rPr lang="en-AU" dirty="0"/>
              <a:t>SUB HEADLINE / PRESENTER (28PT ARIAL NARROW, UPPER CASE)</a:t>
            </a:r>
            <a:endParaRPr lang="en-US" dirty="0"/>
          </a:p>
        </p:txBody>
      </p:sp>
      <p:sp>
        <p:nvSpPr>
          <p:cNvPr id="19" name="Text Placeholder 17"/>
          <p:cNvSpPr>
            <a:spLocks noGrp="1"/>
          </p:cNvSpPr>
          <p:nvPr>
            <p:ph type="body" sz="quarter" idx="12" hasCustomPrompt="1"/>
          </p:nvPr>
        </p:nvSpPr>
        <p:spPr>
          <a:xfrm>
            <a:off x="370485" y="4463086"/>
            <a:ext cx="5649316" cy="409725"/>
          </a:xfrm>
          <a:prstGeom prst="rect">
            <a:avLst/>
          </a:prstGeom>
        </p:spPr>
        <p:txBody>
          <a:bodyPr/>
          <a:lstStyle>
            <a:lvl1pPr>
              <a:defRPr sz="2000" baseline="0">
                <a:solidFill>
                  <a:schemeClr val="tx1"/>
                </a:solidFill>
              </a:defRPr>
            </a:lvl1pPr>
          </a:lstStyle>
          <a:p>
            <a:r>
              <a:rPr lang="en-AU" dirty="0"/>
              <a:t>DATE (20PT ARIAL NARROW, UPPER CASE)</a:t>
            </a:r>
            <a:br>
              <a:rPr lang="en-AU" dirty="0"/>
            </a:br>
            <a:endParaRPr lang="en-US" dirty="0"/>
          </a:p>
        </p:txBody>
      </p:sp>
      <p:sp>
        <p:nvSpPr>
          <p:cNvPr id="23" name="Text Placeholder 22"/>
          <p:cNvSpPr>
            <a:spLocks noGrp="1"/>
          </p:cNvSpPr>
          <p:nvPr>
            <p:ph type="body" sz="quarter" idx="13" hasCustomPrompt="1"/>
          </p:nvPr>
        </p:nvSpPr>
        <p:spPr>
          <a:xfrm>
            <a:off x="378808" y="1959605"/>
            <a:ext cx="6012467" cy="1180231"/>
          </a:xfrm>
          <a:prstGeom prst="rect">
            <a:avLst/>
          </a:prstGeom>
        </p:spPr>
        <p:txBody>
          <a:bodyPr/>
          <a:lstStyle>
            <a:lvl1pPr>
              <a:defRPr sz="4500" b="1" baseline="0">
                <a:solidFill>
                  <a:srgbClr val="006CAB"/>
                </a:solidFill>
              </a:defRPr>
            </a:lvl1pPr>
          </a:lstStyle>
          <a:p>
            <a:pPr lvl="0"/>
            <a:r>
              <a:rPr lang="en-US" dirty="0"/>
              <a:t>TITLE (UPPER CASE)</a:t>
            </a:r>
          </a:p>
        </p:txBody>
      </p:sp>
      <p:sp>
        <p:nvSpPr>
          <p:cNvPr id="25" name="Text Placeholder 17"/>
          <p:cNvSpPr>
            <a:spLocks noGrp="1"/>
          </p:cNvSpPr>
          <p:nvPr>
            <p:ph type="body" sz="quarter" idx="14" hasCustomPrompt="1"/>
          </p:nvPr>
        </p:nvSpPr>
        <p:spPr>
          <a:xfrm>
            <a:off x="370183" y="4872811"/>
            <a:ext cx="5649617" cy="409725"/>
          </a:xfrm>
          <a:prstGeom prst="rect">
            <a:avLst/>
          </a:prstGeom>
        </p:spPr>
        <p:txBody>
          <a:bodyPr/>
          <a:lstStyle>
            <a:lvl1pPr>
              <a:defRPr sz="2000" baseline="0">
                <a:solidFill>
                  <a:schemeClr val="tx1"/>
                </a:solidFill>
              </a:defRPr>
            </a:lvl1pPr>
          </a:lstStyle>
          <a:p>
            <a:r>
              <a:rPr lang="en-AU" dirty="0"/>
              <a:t>LOCATION/ EXTRA LINE (20PT ARIAL NARROW, UPPER CASE)</a:t>
            </a:r>
            <a:br>
              <a:rPr lang="en-AU" dirty="0"/>
            </a:br>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1668" y="440724"/>
            <a:ext cx="2270107" cy="660521"/>
          </a:xfrm>
          <a:prstGeom prst="rect">
            <a:avLst/>
          </a:prstGeom>
        </p:spPr>
      </p:pic>
      <p:sp>
        <p:nvSpPr>
          <p:cNvPr id="9" name="Freeform 8"/>
          <p:cNvSpPr/>
          <p:nvPr userDrawn="1"/>
        </p:nvSpPr>
        <p:spPr>
          <a:xfrm>
            <a:off x="8652398" y="2502"/>
            <a:ext cx="2926807" cy="6882646"/>
          </a:xfrm>
          <a:custGeom>
            <a:avLst/>
            <a:gdLst>
              <a:gd name="connsiteX0" fmla="*/ 0 w 2971800"/>
              <a:gd name="connsiteY0" fmla="*/ 6531 h 6982097"/>
              <a:gd name="connsiteX1" fmla="*/ 0 w 2971800"/>
              <a:gd name="connsiteY1" fmla="*/ 6982097 h 6982097"/>
              <a:gd name="connsiteX2" fmla="*/ 796834 w 2971800"/>
              <a:gd name="connsiteY2" fmla="*/ 6982097 h 6982097"/>
              <a:gd name="connsiteX3" fmla="*/ 796834 w 2971800"/>
              <a:gd name="connsiteY3" fmla="*/ 3997234 h 6982097"/>
              <a:gd name="connsiteX4" fmla="*/ 1051560 w 2971800"/>
              <a:gd name="connsiteY4" fmla="*/ 6969034 h 6982097"/>
              <a:gd name="connsiteX5" fmla="*/ 1939834 w 2971800"/>
              <a:gd name="connsiteY5" fmla="*/ 6969034 h 6982097"/>
              <a:gd name="connsiteX6" fmla="*/ 2168434 w 2971800"/>
              <a:gd name="connsiteY6" fmla="*/ 4023360 h 6982097"/>
              <a:gd name="connsiteX7" fmla="*/ 2168434 w 2971800"/>
              <a:gd name="connsiteY7" fmla="*/ 6949440 h 6982097"/>
              <a:gd name="connsiteX8" fmla="*/ 2971800 w 2971800"/>
              <a:gd name="connsiteY8" fmla="*/ 6916782 h 6982097"/>
              <a:gd name="connsiteX9" fmla="*/ 2971800 w 2971800"/>
              <a:gd name="connsiteY9" fmla="*/ 0 h 6982097"/>
              <a:gd name="connsiteX10" fmla="*/ 1691640 w 2971800"/>
              <a:gd name="connsiteY10" fmla="*/ 0 h 6982097"/>
              <a:gd name="connsiteX11" fmla="*/ 1489166 w 2971800"/>
              <a:gd name="connsiteY11" fmla="*/ 2331720 h 6982097"/>
              <a:gd name="connsiteX12" fmla="*/ 1293223 w 2971800"/>
              <a:gd name="connsiteY12" fmla="*/ 6531 h 6982097"/>
              <a:gd name="connsiteX13" fmla="*/ 0 w 2971800"/>
              <a:gd name="connsiteY13" fmla="*/ 6531 h 6982097"/>
              <a:gd name="connsiteX0" fmla="*/ 0 w 2971800"/>
              <a:gd name="connsiteY0" fmla="*/ 6531 h 6982097"/>
              <a:gd name="connsiteX1" fmla="*/ 0 w 2971800"/>
              <a:gd name="connsiteY1" fmla="*/ 6982097 h 6982097"/>
              <a:gd name="connsiteX2" fmla="*/ 796834 w 2971800"/>
              <a:gd name="connsiteY2" fmla="*/ 6982097 h 6982097"/>
              <a:gd name="connsiteX3" fmla="*/ 796834 w 2971800"/>
              <a:gd name="connsiteY3" fmla="*/ 3997234 h 6982097"/>
              <a:gd name="connsiteX4" fmla="*/ 1051560 w 2971800"/>
              <a:gd name="connsiteY4" fmla="*/ 6969034 h 6982097"/>
              <a:gd name="connsiteX5" fmla="*/ 1939834 w 2971800"/>
              <a:gd name="connsiteY5" fmla="*/ 6969034 h 6982097"/>
              <a:gd name="connsiteX6" fmla="*/ 2168434 w 2971800"/>
              <a:gd name="connsiteY6" fmla="*/ 4023360 h 6982097"/>
              <a:gd name="connsiteX7" fmla="*/ 2168434 w 2971800"/>
              <a:gd name="connsiteY7" fmla="*/ 6949440 h 6982097"/>
              <a:gd name="connsiteX8" fmla="*/ 2961790 w 2971800"/>
              <a:gd name="connsiteY8" fmla="*/ 6976844 h 6982097"/>
              <a:gd name="connsiteX9" fmla="*/ 2971800 w 2971800"/>
              <a:gd name="connsiteY9" fmla="*/ 0 h 6982097"/>
              <a:gd name="connsiteX10" fmla="*/ 1691640 w 2971800"/>
              <a:gd name="connsiteY10" fmla="*/ 0 h 6982097"/>
              <a:gd name="connsiteX11" fmla="*/ 1489166 w 2971800"/>
              <a:gd name="connsiteY11" fmla="*/ 2331720 h 6982097"/>
              <a:gd name="connsiteX12" fmla="*/ 1293223 w 2971800"/>
              <a:gd name="connsiteY12" fmla="*/ 6531 h 6982097"/>
              <a:gd name="connsiteX13" fmla="*/ 0 w 2971800"/>
              <a:gd name="connsiteY13" fmla="*/ 6531 h 6982097"/>
              <a:gd name="connsiteX0" fmla="*/ 0 w 2971800"/>
              <a:gd name="connsiteY0" fmla="*/ 6531 h 6986383"/>
              <a:gd name="connsiteX1" fmla="*/ 0 w 2971800"/>
              <a:gd name="connsiteY1" fmla="*/ 6982097 h 6986383"/>
              <a:gd name="connsiteX2" fmla="*/ 796834 w 2971800"/>
              <a:gd name="connsiteY2" fmla="*/ 6982097 h 6986383"/>
              <a:gd name="connsiteX3" fmla="*/ 796834 w 2971800"/>
              <a:gd name="connsiteY3" fmla="*/ 3997234 h 6986383"/>
              <a:gd name="connsiteX4" fmla="*/ 1051560 w 2971800"/>
              <a:gd name="connsiteY4" fmla="*/ 6969034 h 6986383"/>
              <a:gd name="connsiteX5" fmla="*/ 1939834 w 2971800"/>
              <a:gd name="connsiteY5" fmla="*/ 6969034 h 6986383"/>
              <a:gd name="connsiteX6" fmla="*/ 2168434 w 2971800"/>
              <a:gd name="connsiteY6" fmla="*/ 4023360 h 6986383"/>
              <a:gd name="connsiteX7" fmla="*/ 2175823 w 2971800"/>
              <a:gd name="connsiteY7" fmla="*/ 6986383 h 6986383"/>
              <a:gd name="connsiteX8" fmla="*/ 2961790 w 2971800"/>
              <a:gd name="connsiteY8" fmla="*/ 6976844 h 6986383"/>
              <a:gd name="connsiteX9" fmla="*/ 2971800 w 2971800"/>
              <a:gd name="connsiteY9" fmla="*/ 0 h 6986383"/>
              <a:gd name="connsiteX10" fmla="*/ 1691640 w 2971800"/>
              <a:gd name="connsiteY10" fmla="*/ 0 h 6986383"/>
              <a:gd name="connsiteX11" fmla="*/ 1489166 w 2971800"/>
              <a:gd name="connsiteY11" fmla="*/ 2331720 h 6986383"/>
              <a:gd name="connsiteX12" fmla="*/ 1293223 w 2971800"/>
              <a:gd name="connsiteY12" fmla="*/ 6531 h 6986383"/>
              <a:gd name="connsiteX13" fmla="*/ 0 w 2971800"/>
              <a:gd name="connsiteY13" fmla="*/ 6531 h 6986383"/>
              <a:gd name="connsiteX0" fmla="*/ 0 w 2971800"/>
              <a:gd name="connsiteY0" fmla="*/ 6531 h 6999737"/>
              <a:gd name="connsiteX1" fmla="*/ 0 w 2971800"/>
              <a:gd name="connsiteY1" fmla="*/ 6982097 h 6999737"/>
              <a:gd name="connsiteX2" fmla="*/ 796834 w 2971800"/>
              <a:gd name="connsiteY2" fmla="*/ 6982097 h 6999737"/>
              <a:gd name="connsiteX3" fmla="*/ 796834 w 2971800"/>
              <a:gd name="connsiteY3" fmla="*/ 3997234 h 6999737"/>
              <a:gd name="connsiteX4" fmla="*/ 1051560 w 2971800"/>
              <a:gd name="connsiteY4" fmla="*/ 6969034 h 6999737"/>
              <a:gd name="connsiteX5" fmla="*/ 1939834 w 2971800"/>
              <a:gd name="connsiteY5" fmla="*/ 6969034 h 6999737"/>
              <a:gd name="connsiteX6" fmla="*/ 2168434 w 2971800"/>
              <a:gd name="connsiteY6" fmla="*/ 4023360 h 6999737"/>
              <a:gd name="connsiteX7" fmla="*/ 2175823 w 2971800"/>
              <a:gd name="connsiteY7" fmla="*/ 6986383 h 6999737"/>
              <a:gd name="connsiteX8" fmla="*/ 2961790 w 2971800"/>
              <a:gd name="connsiteY8" fmla="*/ 6999737 h 6999737"/>
              <a:gd name="connsiteX9" fmla="*/ 2971800 w 2971800"/>
              <a:gd name="connsiteY9" fmla="*/ 0 h 6999737"/>
              <a:gd name="connsiteX10" fmla="*/ 1691640 w 2971800"/>
              <a:gd name="connsiteY10" fmla="*/ 0 h 6999737"/>
              <a:gd name="connsiteX11" fmla="*/ 1489166 w 2971800"/>
              <a:gd name="connsiteY11" fmla="*/ 2331720 h 6999737"/>
              <a:gd name="connsiteX12" fmla="*/ 1293223 w 2971800"/>
              <a:gd name="connsiteY12" fmla="*/ 6531 h 6999737"/>
              <a:gd name="connsiteX13" fmla="*/ 0 w 2971800"/>
              <a:gd name="connsiteY13" fmla="*/ 6531 h 6999737"/>
              <a:gd name="connsiteX0" fmla="*/ 0 w 2971800"/>
              <a:gd name="connsiteY0" fmla="*/ 6531 h 6999737"/>
              <a:gd name="connsiteX1" fmla="*/ 0 w 2971800"/>
              <a:gd name="connsiteY1" fmla="*/ 6982097 h 6999737"/>
              <a:gd name="connsiteX2" fmla="*/ 796834 w 2971800"/>
              <a:gd name="connsiteY2" fmla="*/ 6982097 h 6999737"/>
              <a:gd name="connsiteX3" fmla="*/ 796834 w 2971800"/>
              <a:gd name="connsiteY3" fmla="*/ 3997234 h 6999737"/>
              <a:gd name="connsiteX4" fmla="*/ 1051560 w 2971800"/>
              <a:gd name="connsiteY4" fmla="*/ 6969034 h 6999737"/>
              <a:gd name="connsiteX5" fmla="*/ 1939834 w 2971800"/>
              <a:gd name="connsiteY5" fmla="*/ 6969034 h 6999737"/>
              <a:gd name="connsiteX6" fmla="*/ 2168434 w 2971800"/>
              <a:gd name="connsiteY6" fmla="*/ 4023360 h 6999737"/>
              <a:gd name="connsiteX7" fmla="*/ 2175823 w 2971800"/>
              <a:gd name="connsiteY7" fmla="*/ 6986383 h 6999737"/>
              <a:gd name="connsiteX8" fmla="*/ 2961790 w 2971800"/>
              <a:gd name="connsiteY8" fmla="*/ 6999737 h 6999737"/>
              <a:gd name="connsiteX9" fmla="*/ 2971800 w 2971800"/>
              <a:gd name="connsiteY9" fmla="*/ 0 h 6999737"/>
              <a:gd name="connsiteX10" fmla="*/ 1691640 w 2971800"/>
              <a:gd name="connsiteY10" fmla="*/ 0 h 6999737"/>
              <a:gd name="connsiteX11" fmla="*/ 1489166 w 2971800"/>
              <a:gd name="connsiteY11" fmla="*/ 2331720 h 6999737"/>
              <a:gd name="connsiteX12" fmla="*/ 1293223 w 2971800"/>
              <a:gd name="connsiteY12" fmla="*/ 6531 h 6999737"/>
              <a:gd name="connsiteX13" fmla="*/ 0 w 2971800"/>
              <a:gd name="connsiteY13" fmla="*/ 6531 h 6999737"/>
              <a:gd name="connsiteX0" fmla="*/ 0 w 2971800"/>
              <a:gd name="connsiteY0" fmla="*/ 6531 h 7001646"/>
              <a:gd name="connsiteX1" fmla="*/ 0 w 2971800"/>
              <a:gd name="connsiteY1" fmla="*/ 6982097 h 7001646"/>
              <a:gd name="connsiteX2" fmla="*/ 796834 w 2971800"/>
              <a:gd name="connsiteY2" fmla="*/ 6982097 h 7001646"/>
              <a:gd name="connsiteX3" fmla="*/ 796834 w 2971800"/>
              <a:gd name="connsiteY3" fmla="*/ 3997234 h 7001646"/>
              <a:gd name="connsiteX4" fmla="*/ 1051560 w 2971800"/>
              <a:gd name="connsiteY4" fmla="*/ 6969034 h 7001646"/>
              <a:gd name="connsiteX5" fmla="*/ 1939834 w 2971800"/>
              <a:gd name="connsiteY5" fmla="*/ 6969034 h 7001646"/>
              <a:gd name="connsiteX6" fmla="*/ 2168434 w 2971800"/>
              <a:gd name="connsiteY6" fmla="*/ 4023360 h 7001646"/>
              <a:gd name="connsiteX7" fmla="*/ 2175824 w 2971800"/>
              <a:gd name="connsiteY7" fmla="*/ 7001646 h 7001646"/>
              <a:gd name="connsiteX8" fmla="*/ 2961790 w 2971800"/>
              <a:gd name="connsiteY8" fmla="*/ 6999737 h 7001646"/>
              <a:gd name="connsiteX9" fmla="*/ 2971800 w 2971800"/>
              <a:gd name="connsiteY9" fmla="*/ 0 h 7001646"/>
              <a:gd name="connsiteX10" fmla="*/ 1691640 w 2971800"/>
              <a:gd name="connsiteY10" fmla="*/ 0 h 7001646"/>
              <a:gd name="connsiteX11" fmla="*/ 1489166 w 2971800"/>
              <a:gd name="connsiteY11" fmla="*/ 2331720 h 7001646"/>
              <a:gd name="connsiteX12" fmla="*/ 1293223 w 2971800"/>
              <a:gd name="connsiteY12" fmla="*/ 6531 h 7001646"/>
              <a:gd name="connsiteX13" fmla="*/ 0 w 2971800"/>
              <a:gd name="connsiteY13" fmla="*/ 6531 h 7001646"/>
              <a:gd name="connsiteX0" fmla="*/ 0 w 2971800"/>
              <a:gd name="connsiteY0" fmla="*/ 6531 h 7007189"/>
              <a:gd name="connsiteX1" fmla="*/ 0 w 2971800"/>
              <a:gd name="connsiteY1" fmla="*/ 6982097 h 7007189"/>
              <a:gd name="connsiteX2" fmla="*/ 796834 w 2971800"/>
              <a:gd name="connsiteY2" fmla="*/ 6982097 h 7007189"/>
              <a:gd name="connsiteX3" fmla="*/ 796834 w 2971800"/>
              <a:gd name="connsiteY3" fmla="*/ 3997234 h 7007189"/>
              <a:gd name="connsiteX4" fmla="*/ 1051560 w 2971800"/>
              <a:gd name="connsiteY4" fmla="*/ 6969034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0 w 2971800"/>
              <a:gd name="connsiteY1" fmla="*/ 6982097 h 7007189"/>
              <a:gd name="connsiteX2" fmla="*/ 796834 w 2971800"/>
              <a:gd name="connsiteY2" fmla="*/ 6982097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0 w 2971800"/>
              <a:gd name="connsiteY1" fmla="*/ 6982097 h 7007189"/>
              <a:gd name="connsiteX2" fmla="*/ 796834 w 2971800"/>
              <a:gd name="connsiteY2" fmla="*/ 7004990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7631 w 2971800"/>
              <a:gd name="connsiteY1" fmla="*/ 6989729 h 7007189"/>
              <a:gd name="connsiteX2" fmla="*/ 796834 w 2971800"/>
              <a:gd name="connsiteY2" fmla="*/ 7004990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7969 w 2979769"/>
              <a:gd name="connsiteY0" fmla="*/ 6531 h 7007189"/>
              <a:gd name="connsiteX1" fmla="*/ 338 w 2979769"/>
              <a:gd name="connsiteY1" fmla="*/ 6997361 h 7007189"/>
              <a:gd name="connsiteX2" fmla="*/ 804803 w 2979769"/>
              <a:gd name="connsiteY2" fmla="*/ 7004990 h 7007189"/>
              <a:gd name="connsiteX3" fmla="*/ 804803 w 2979769"/>
              <a:gd name="connsiteY3" fmla="*/ 3997234 h 7007189"/>
              <a:gd name="connsiteX4" fmla="*/ 1067160 w 2979769"/>
              <a:gd name="connsiteY4" fmla="*/ 6991927 h 7007189"/>
              <a:gd name="connsiteX5" fmla="*/ 1947803 w 2979769"/>
              <a:gd name="connsiteY5" fmla="*/ 7007189 h 7007189"/>
              <a:gd name="connsiteX6" fmla="*/ 2176403 w 2979769"/>
              <a:gd name="connsiteY6" fmla="*/ 4023360 h 7007189"/>
              <a:gd name="connsiteX7" fmla="*/ 2183793 w 2979769"/>
              <a:gd name="connsiteY7" fmla="*/ 7001646 h 7007189"/>
              <a:gd name="connsiteX8" fmla="*/ 2969759 w 2979769"/>
              <a:gd name="connsiteY8" fmla="*/ 6999737 h 7007189"/>
              <a:gd name="connsiteX9" fmla="*/ 2979769 w 2979769"/>
              <a:gd name="connsiteY9" fmla="*/ 0 h 7007189"/>
              <a:gd name="connsiteX10" fmla="*/ 1699609 w 2979769"/>
              <a:gd name="connsiteY10" fmla="*/ 0 h 7007189"/>
              <a:gd name="connsiteX11" fmla="*/ 1497135 w 2979769"/>
              <a:gd name="connsiteY11" fmla="*/ 2331720 h 7007189"/>
              <a:gd name="connsiteX12" fmla="*/ 1301192 w 2979769"/>
              <a:gd name="connsiteY12" fmla="*/ 6531 h 7007189"/>
              <a:gd name="connsiteX13" fmla="*/ 7969 w 2979769"/>
              <a:gd name="connsiteY13" fmla="*/ 6531 h 7007189"/>
              <a:gd name="connsiteX0" fmla="*/ 7969 w 2979769"/>
              <a:gd name="connsiteY0" fmla="*/ 6531 h 7007189"/>
              <a:gd name="connsiteX1" fmla="*/ 338 w 2979769"/>
              <a:gd name="connsiteY1" fmla="*/ 6997361 h 7007189"/>
              <a:gd name="connsiteX2" fmla="*/ 804803 w 2979769"/>
              <a:gd name="connsiteY2" fmla="*/ 7004990 h 7007189"/>
              <a:gd name="connsiteX3" fmla="*/ 804803 w 2979769"/>
              <a:gd name="connsiteY3" fmla="*/ 3997234 h 7007189"/>
              <a:gd name="connsiteX4" fmla="*/ 1074790 w 2979769"/>
              <a:gd name="connsiteY4" fmla="*/ 6999558 h 7007189"/>
              <a:gd name="connsiteX5" fmla="*/ 1947803 w 2979769"/>
              <a:gd name="connsiteY5" fmla="*/ 7007189 h 7007189"/>
              <a:gd name="connsiteX6" fmla="*/ 2176403 w 2979769"/>
              <a:gd name="connsiteY6" fmla="*/ 4023360 h 7007189"/>
              <a:gd name="connsiteX7" fmla="*/ 2183793 w 2979769"/>
              <a:gd name="connsiteY7" fmla="*/ 7001646 h 7007189"/>
              <a:gd name="connsiteX8" fmla="*/ 2969759 w 2979769"/>
              <a:gd name="connsiteY8" fmla="*/ 6999737 h 7007189"/>
              <a:gd name="connsiteX9" fmla="*/ 2979769 w 2979769"/>
              <a:gd name="connsiteY9" fmla="*/ 0 h 7007189"/>
              <a:gd name="connsiteX10" fmla="*/ 1699609 w 2979769"/>
              <a:gd name="connsiteY10" fmla="*/ 0 h 7007189"/>
              <a:gd name="connsiteX11" fmla="*/ 1497135 w 2979769"/>
              <a:gd name="connsiteY11" fmla="*/ 2331720 h 7007189"/>
              <a:gd name="connsiteX12" fmla="*/ 1301192 w 2979769"/>
              <a:gd name="connsiteY12" fmla="*/ 6531 h 7007189"/>
              <a:gd name="connsiteX13" fmla="*/ 7969 w 2979769"/>
              <a:gd name="connsiteY13" fmla="*/ 6531 h 7007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79769" h="7007189">
                <a:moveTo>
                  <a:pt x="7969" y="6531"/>
                </a:moveTo>
                <a:cubicBezTo>
                  <a:pt x="10513" y="2334264"/>
                  <a:pt x="-2206" y="4669628"/>
                  <a:pt x="338" y="6997361"/>
                </a:cubicBezTo>
                <a:lnTo>
                  <a:pt x="804803" y="7004990"/>
                </a:lnTo>
                <a:lnTo>
                  <a:pt x="804803" y="3997234"/>
                </a:lnTo>
                <a:lnTo>
                  <a:pt x="1074790" y="6999558"/>
                </a:lnTo>
                <a:lnTo>
                  <a:pt x="1947803" y="7007189"/>
                </a:lnTo>
                <a:lnTo>
                  <a:pt x="2176403" y="4023360"/>
                </a:lnTo>
                <a:cubicBezTo>
                  <a:pt x="2178866" y="5016122"/>
                  <a:pt x="2181330" y="6008884"/>
                  <a:pt x="2183793" y="7001646"/>
                </a:cubicBezTo>
                <a:lnTo>
                  <a:pt x="2969759" y="6999737"/>
                </a:lnTo>
                <a:cubicBezTo>
                  <a:pt x="2973096" y="4674122"/>
                  <a:pt x="2976432" y="2325615"/>
                  <a:pt x="2979769" y="0"/>
                </a:cubicBezTo>
                <a:lnTo>
                  <a:pt x="1699609" y="0"/>
                </a:lnTo>
                <a:lnTo>
                  <a:pt x="1497135" y="2331720"/>
                </a:lnTo>
                <a:lnTo>
                  <a:pt x="1301192" y="6531"/>
                </a:lnTo>
                <a:lnTo>
                  <a:pt x="7969" y="6531"/>
                </a:lnTo>
                <a:close/>
              </a:path>
            </a:pathLst>
          </a:custGeom>
          <a:blipFill>
            <a:blip r:embed="rId3"/>
            <a:srcRect/>
            <a:stretch>
              <a:fillRect l="-2460" t="179" r="-31878" b="-557"/>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9455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py with subheadings_grey">
    <p:spTree>
      <p:nvGrpSpPr>
        <p:cNvPr id="1" name=""/>
        <p:cNvGrpSpPr/>
        <p:nvPr/>
      </p:nvGrpSpPr>
      <p:grpSpPr>
        <a:xfrm>
          <a:off x="0" y="0"/>
          <a:ext cx="0" cy="0"/>
          <a:chOff x="0" y="0"/>
          <a:chExt cx="0" cy="0"/>
        </a:xfrm>
      </p:grpSpPr>
      <p:sp>
        <p:nvSpPr>
          <p:cNvPr id="17" name="Freeform 16"/>
          <p:cNvSpPr/>
          <p:nvPr userDrawn="1"/>
        </p:nvSpPr>
        <p:spPr>
          <a:xfrm>
            <a:off x="9253537" y="0"/>
            <a:ext cx="2947172" cy="6853646"/>
          </a:xfrm>
          <a:custGeom>
            <a:avLst/>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2445" h="6853646">
                <a:moveTo>
                  <a:pt x="0" y="0"/>
                </a:moveTo>
                <a:lnTo>
                  <a:pt x="19050" y="69669"/>
                </a:lnTo>
                <a:lnTo>
                  <a:pt x="1482090" y="6853646"/>
                </a:lnTo>
                <a:lnTo>
                  <a:pt x="3763736" y="6844937"/>
                </a:lnTo>
                <a:lnTo>
                  <a:pt x="3772445" y="0"/>
                </a:lnTo>
                <a:lnTo>
                  <a:pt x="0" y="0"/>
                </a:lnTo>
                <a:close/>
              </a:path>
            </a:pathLst>
          </a:custGeom>
          <a:solidFill>
            <a:srgbClr val="D2D2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 Placeholder 17"/>
          <p:cNvSpPr>
            <a:spLocks noGrp="1"/>
          </p:cNvSpPr>
          <p:nvPr>
            <p:ph type="body" sz="quarter" idx="11" hasCustomPrompt="1"/>
          </p:nvPr>
        </p:nvSpPr>
        <p:spPr>
          <a:xfrm>
            <a:off x="306060" y="978761"/>
            <a:ext cx="7451725" cy="466468"/>
          </a:xfrm>
          <a:prstGeom prst="rect">
            <a:avLst/>
          </a:prstGeom>
        </p:spPr>
        <p:txBody>
          <a:bodyPr/>
          <a:lstStyle>
            <a:lvl1pPr marL="0" indent="0">
              <a:buNone/>
              <a:defRPr sz="2400">
                <a:solidFill>
                  <a:schemeClr val="tx1"/>
                </a:solidFill>
                <a:latin typeface="Arial Narrow" panose="020B0606020202030204" pitchFamily="34" charset="0"/>
              </a:defRPr>
            </a:lvl1pPr>
          </a:lstStyle>
          <a:p>
            <a:r>
              <a:rPr lang="en-AU" dirty="0"/>
              <a:t>SUB HEADING (24PT, UPPER CASE)</a:t>
            </a:r>
            <a:endParaRPr lang="en-US" dirty="0"/>
          </a:p>
        </p:txBody>
      </p:sp>
      <p:sp>
        <p:nvSpPr>
          <p:cNvPr id="39" name="Text Placeholder 22"/>
          <p:cNvSpPr>
            <a:spLocks noGrp="1"/>
          </p:cNvSpPr>
          <p:nvPr>
            <p:ph type="body" sz="quarter" idx="13" hasCustomPrompt="1"/>
          </p:nvPr>
        </p:nvSpPr>
        <p:spPr>
          <a:xfrm>
            <a:off x="306060" y="326309"/>
            <a:ext cx="7452026" cy="736956"/>
          </a:xfrm>
          <a:prstGeom prst="rect">
            <a:avLst/>
          </a:prstGeom>
        </p:spPr>
        <p:txBody>
          <a:bodyPr/>
          <a:lstStyle>
            <a:lvl1pPr marL="0" indent="0">
              <a:buNone/>
              <a:defRPr sz="4200" b="1" baseline="0">
                <a:solidFill>
                  <a:schemeClr val="tx1"/>
                </a:solidFill>
                <a:latin typeface="Arial Narrow" panose="020B0606020202030204" pitchFamily="34" charset="0"/>
              </a:defRPr>
            </a:lvl1pPr>
          </a:lstStyle>
          <a:p>
            <a:pPr lvl="0"/>
            <a:r>
              <a:rPr lang="en-US" dirty="0"/>
              <a:t>HEADING (42PT, UPPER CASE)</a:t>
            </a:r>
          </a:p>
        </p:txBody>
      </p:sp>
      <p:sp>
        <p:nvSpPr>
          <p:cNvPr id="40" name="Text Placeholder 17"/>
          <p:cNvSpPr>
            <a:spLocks noGrp="1"/>
          </p:cNvSpPr>
          <p:nvPr>
            <p:ph type="body" sz="quarter" idx="14" hasCustomPrompt="1"/>
          </p:nvPr>
        </p:nvSpPr>
        <p:spPr>
          <a:xfrm>
            <a:off x="306060" y="1729723"/>
            <a:ext cx="7451725" cy="401647"/>
          </a:xfrm>
          <a:prstGeom prst="rect">
            <a:avLst/>
          </a:prstGeom>
        </p:spPr>
        <p:txBody>
          <a:bodyPr/>
          <a:lstStyle>
            <a:lvl1pPr marL="0" indent="0">
              <a:buNone/>
              <a:defRPr sz="2000" b="1" baseline="0">
                <a:solidFill>
                  <a:schemeClr val="tx1"/>
                </a:solidFill>
                <a:latin typeface="Arial Narrow" panose="020B0606020202030204" pitchFamily="34" charset="0"/>
              </a:defRPr>
            </a:lvl1pPr>
          </a:lstStyle>
          <a:p>
            <a:r>
              <a:rPr lang="en-AU" dirty="0"/>
              <a:t>INTRO HEADING 1 (20PT, ARIAL NARROW, UPPER CASE)</a:t>
            </a:r>
          </a:p>
        </p:txBody>
      </p:sp>
      <p:sp>
        <p:nvSpPr>
          <p:cNvPr id="42" name="Text Placeholder 17"/>
          <p:cNvSpPr>
            <a:spLocks noGrp="1"/>
          </p:cNvSpPr>
          <p:nvPr>
            <p:ph type="body" sz="quarter" idx="17" hasCustomPrompt="1"/>
          </p:nvPr>
        </p:nvSpPr>
        <p:spPr>
          <a:xfrm>
            <a:off x="300211" y="4111606"/>
            <a:ext cx="7451725" cy="401647"/>
          </a:xfrm>
          <a:prstGeom prst="rect">
            <a:avLst/>
          </a:prstGeom>
        </p:spPr>
        <p:txBody>
          <a:bodyPr/>
          <a:lstStyle>
            <a:lvl1pPr marL="0" indent="0">
              <a:buNone/>
              <a:defRPr sz="2000" b="1" baseline="0">
                <a:solidFill>
                  <a:schemeClr val="tx1"/>
                </a:solidFill>
                <a:latin typeface="Arial Narrow" panose="020B0606020202030204" pitchFamily="34" charset="0"/>
              </a:defRPr>
            </a:lvl1pPr>
          </a:lstStyle>
          <a:p>
            <a:r>
              <a:rPr lang="en-AU" dirty="0"/>
              <a:t>INTRO HEADING 2 (20PT, ARIAL NARROW, UPPER CASE)</a:t>
            </a:r>
          </a:p>
        </p:txBody>
      </p:sp>
      <p:sp>
        <p:nvSpPr>
          <p:cNvPr id="43" name="Text Placeholder 17"/>
          <p:cNvSpPr>
            <a:spLocks noGrp="1"/>
          </p:cNvSpPr>
          <p:nvPr>
            <p:ph type="body" sz="quarter" idx="18" hasCustomPrompt="1"/>
          </p:nvPr>
        </p:nvSpPr>
        <p:spPr>
          <a:xfrm>
            <a:off x="294362" y="4513254"/>
            <a:ext cx="7451725" cy="1729430"/>
          </a:xfrm>
          <a:prstGeom prst="rect">
            <a:avLst/>
          </a:prstGeom>
        </p:spPr>
        <p:txBody>
          <a:bodyPr/>
          <a:lstStyle>
            <a:lvl1pPr marL="342900" indent="-342900">
              <a:buFont typeface="Arial" panose="020B0604020202020204" pitchFamily="34" charset="0"/>
              <a:buChar char="•"/>
              <a:defRPr sz="2000" b="0" baseline="0">
                <a:solidFill>
                  <a:schemeClr val="tx1"/>
                </a:solidFill>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sz="1600">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sz="1400">
                <a:latin typeface="Arial" panose="020B0604020202020204" pitchFamily="34" charset="0"/>
                <a:cs typeface="Arial" panose="020B0604020202020204" pitchFamily="34" charset="0"/>
              </a:defRPr>
            </a:lvl3pPr>
          </a:lstStyle>
          <a:p>
            <a:r>
              <a:rPr lang="en-AU" dirty="0"/>
              <a:t>Level 1 bullet list (20pt, Arial) &gt; use ‘enter’, then ‘tab’ to create level 2 and 3 sub-bullet lists. </a:t>
            </a:r>
          </a:p>
          <a:p>
            <a:pPr lvl="1"/>
            <a:r>
              <a:rPr lang="en-AU" dirty="0"/>
              <a:t>Level 2 bullet list (16pt, Arial)</a:t>
            </a:r>
          </a:p>
          <a:p>
            <a:pPr lvl="2"/>
            <a:r>
              <a:rPr lang="en-AU" dirty="0"/>
              <a:t>Level 3 bullet list (14pt, Arial)</a:t>
            </a:r>
          </a:p>
          <a:p>
            <a:endParaRPr lang="en-AU" dirty="0"/>
          </a:p>
          <a:p>
            <a:endParaRPr lang="en-AU" dirty="0"/>
          </a:p>
        </p:txBody>
      </p:sp>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96246" y="6319350"/>
            <a:ext cx="1262009" cy="367200"/>
          </a:xfrm>
          <a:prstGeom prst="rect">
            <a:avLst/>
          </a:prstGeom>
        </p:spPr>
      </p:pic>
      <p:sp>
        <p:nvSpPr>
          <p:cNvPr id="10" name="Text Placeholder 17">
            <a:extLst>
              <a:ext uri="{FF2B5EF4-FFF2-40B4-BE49-F238E27FC236}">
                <a16:creationId xmlns:a16="http://schemas.microsoft.com/office/drawing/2014/main" xmlns="" id="{466839EE-A660-4E54-AD29-483FC9EA9A24}"/>
              </a:ext>
            </a:extLst>
          </p:cNvPr>
          <p:cNvSpPr>
            <a:spLocks noGrp="1"/>
          </p:cNvSpPr>
          <p:nvPr>
            <p:ph type="body" sz="quarter" idx="19" hasCustomPrompt="1"/>
          </p:nvPr>
        </p:nvSpPr>
        <p:spPr>
          <a:xfrm>
            <a:off x="306361" y="2131370"/>
            <a:ext cx="7451725" cy="1729430"/>
          </a:xfrm>
          <a:prstGeom prst="rect">
            <a:avLst/>
          </a:prstGeom>
        </p:spPr>
        <p:txBody>
          <a:bodyPr/>
          <a:lstStyle>
            <a:lvl1pPr marL="342900" indent="-342900">
              <a:buFont typeface="Arial" panose="020B0604020202020204" pitchFamily="34" charset="0"/>
              <a:buChar char="•"/>
              <a:defRPr sz="2000" b="0" baseline="0">
                <a:solidFill>
                  <a:schemeClr val="tx1"/>
                </a:solidFill>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sz="1600">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sz="1400">
                <a:latin typeface="Arial" panose="020B0604020202020204" pitchFamily="34" charset="0"/>
                <a:cs typeface="Arial" panose="020B0604020202020204" pitchFamily="34" charset="0"/>
              </a:defRPr>
            </a:lvl3pPr>
          </a:lstStyle>
          <a:p>
            <a:r>
              <a:rPr lang="en-AU" dirty="0"/>
              <a:t>Body copy (20pt, Arial) </a:t>
            </a:r>
          </a:p>
          <a:p>
            <a:r>
              <a:rPr lang="en-AU" dirty="0"/>
              <a:t>Level 1 bullet list (20pt, Arial)</a:t>
            </a:r>
          </a:p>
          <a:p>
            <a:pPr lvl="1"/>
            <a:r>
              <a:rPr lang="en-AU" dirty="0"/>
              <a:t>Level 2 bullet list (16pt, Arial)</a:t>
            </a:r>
          </a:p>
          <a:p>
            <a:pPr lvl="2"/>
            <a:r>
              <a:rPr lang="en-AU" dirty="0"/>
              <a:t>Level 3 bullet list (14pt, Arial)</a:t>
            </a:r>
          </a:p>
          <a:p>
            <a:endParaRPr lang="en-AU" dirty="0"/>
          </a:p>
        </p:txBody>
      </p:sp>
    </p:spTree>
    <p:extLst>
      <p:ext uri="{BB962C8B-B14F-4D97-AF65-F5344CB8AC3E}">
        <p14:creationId xmlns:p14="http://schemas.microsoft.com/office/powerpoint/2010/main" val="4118594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py with subheadings_blue">
    <p:spTree>
      <p:nvGrpSpPr>
        <p:cNvPr id="1" name=""/>
        <p:cNvGrpSpPr/>
        <p:nvPr/>
      </p:nvGrpSpPr>
      <p:grpSpPr>
        <a:xfrm>
          <a:off x="0" y="0"/>
          <a:ext cx="0" cy="0"/>
          <a:chOff x="0" y="0"/>
          <a:chExt cx="0" cy="0"/>
        </a:xfrm>
      </p:grpSpPr>
      <p:sp>
        <p:nvSpPr>
          <p:cNvPr id="17" name="Freeform 16"/>
          <p:cNvSpPr/>
          <p:nvPr userDrawn="1"/>
        </p:nvSpPr>
        <p:spPr>
          <a:xfrm>
            <a:off x="9253537" y="0"/>
            <a:ext cx="2947172" cy="6853646"/>
          </a:xfrm>
          <a:custGeom>
            <a:avLst/>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2445" h="6853646">
                <a:moveTo>
                  <a:pt x="0" y="0"/>
                </a:moveTo>
                <a:lnTo>
                  <a:pt x="19050" y="69669"/>
                </a:lnTo>
                <a:lnTo>
                  <a:pt x="1482090" y="6853646"/>
                </a:lnTo>
                <a:lnTo>
                  <a:pt x="3763736" y="6844937"/>
                </a:lnTo>
                <a:lnTo>
                  <a:pt x="3772445" y="0"/>
                </a:lnTo>
                <a:lnTo>
                  <a:pt x="0" y="0"/>
                </a:lnTo>
                <a:close/>
              </a:path>
            </a:pathLst>
          </a:custGeom>
          <a:solidFill>
            <a:srgbClr val="006D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 Placeholder 17"/>
          <p:cNvSpPr>
            <a:spLocks noGrp="1"/>
          </p:cNvSpPr>
          <p:nvPr>
            <p:ph type="body" sz="quarter" idx="11" hasCustomPrompt="1"/>
          </p:nvPr>
        </p:nvSpPr>
        <p:spPr>
          <a:xfrm>
            <a:off x="306060" y="978761"/>
            <a:ext cx="7451725" cy="466468"/>
          </a:xfrm>
          <a:prstGeom prst="rect">
            <a:avLst/>
          </a:prstGeom>
        </p:spPr>
        <p:txBody>
          <a:bodyPr/>
          <a:lstStyle>
            <a:lvl1pPr marL="0" indent="0">
              <a:buNone/>
              <a:defRPr sz="2400">
                <a:solidFill>
                  <a:schemeClr val="tx1"/>
                </a:solidFill>
                <a:latin typeface="Arial Narrow" panose="020B0606020202030204" pitchFamily="34" charset="0"/>
              </a:defRPr>
            </a:lvl1pPr>
          </a:lstStyle>
          <a:p>
            <a:r>
              <a:rPr lang="en-AU" dirty="0"/>
              <a:t>SUB HEADING (24PT, UPPER CASE)</a:t>
            </a:r>
            <a:endParaRPr lang="en-US" dirty="0"/>
          </a:p>
        </p:txBody>
      </p:sp>
      <p:sp>
        <p:nvSpPr>
          <p:cNvPr id="39" name="Text Placeholder 22"/>
          <p:cNvSpPr>
            <a:spLocks noGrp="1"/>
          </p:cNvSpPr>
          <p:nvPr>
            <p:ph type="body" sz="quarter" idx="13" hasCustomPrompt="1"/>
          </p:nvPr>
        </p:nvSpPr>
        <p:spPr>
          <a:xfrm>
            <a:off x="306060" y="326309"/>
            <a:ext cx="7452026" cy="736956"/>
          </a:xfrm>
          <a:prstGeom prst="rect">
            <a:avLst/>
          </a:prstGeom>
        </p:spPr>
        <p:txBody>
          <a:bodyPr/>
          <a:lstStyle>
            <a:lvl1pPr marL="0" indent="0">
              <a:buNone/>
              <a:defRPr sz="4200" b="1" baseline="0">
                <a:solidFill>
                  <a:schemeClr val="tx1"/>
                </a:solidFill>
                <a:latin typeface="Arial Narrow" panose="020B0606020202030204" pitchFamily="34" charset="0"/>
              </a:defRPr>
            </a:lvl1pPr>
          </a:lstStyle>
          <a:p>
            <a:pPr lvl="0"/>
            <a:r>
              <a:rPr lang="en-US" dirty="0"/>
              <a:t>HEADING (42PT, UPPER CASE)</a:t>
            </a:r>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90967" y="6298367"/>
            <a:ext cx="1267288" cy="368735"/>
          </a:xfrm>
          <a:prstGeom prst="rect">
            <a:avLst/>
          </a:prstGeom>
        </p:spPr>
      </p:pic>
      <p:sp>
        <p:nvSpPr>
          <p:cNvPr id="10" name="Text Placeholder 17">
            <a:extLst>
              <a:ext uri="{FF2B5EF4-FFF2-40B4-BE49-F238E27FC236}">
                <a16:creationId xmlns:a16="http://schemas.microsoft.com/office/drawing/2014/main" xmlns="" id="{119DE6AA-0BCF-43ED-9B93-485A1E6DA675}"/>
              </a:ext>
            </a:extLst>
          </p:cNvPr>
          <p:cNvSpPr>
            <a:spLocks noGrp="1"/>
          </p:cNvSpPr>
          <p:nvPr>
            <p:ph type="body" sz="quarter" idx="14" hasCustomPrompt="1"/>
          </p:nvPr>
        </p:nvSpPr>
        <p:spPr>
          <a:xfrm>
            <a:off x="306060" y="1729723"/>
            <a:ext cx="7451725" cy="401647"/>
          </a:xfrm>
          <a:prstGeom prst="rect">
            <a:avLst/>
          </a:prstGeom>
        </p:spPr>
        <p:txBody>
          <a:bodyPr/>
          <a:lstStyle>
            <a:lvl1pPr marL="0" indent="0">
              <a:buNone/>
              <a:defRPr sz="2000" b="1" baseline="0">
                <a:solidFill>
                  <a:schemeClr val="tx1"/>
                </a:solidFill>
                <a:latin typeface="Arial Narrow" panose="020B0606020202030204" pitchFamily="34" charset="0"/>
              </a:defRPr>
            </a:lvl1pPr>
          </a:lstStyle>
          <a:p>
            <a:r>
              <a:rPr lang="en-AU" dirty="0"/>
              <a:t>INTRO HEADING 1 (20PT, ARIAL NARROW, UPPER CASE)</a:t>
            </a:r>
          </a:p>
        </p:txBody>
      </p:sp>
      <p:sp>
        <p:nvSpPr>
          <p:cNvPr id="11" name="Text Placeholder 17">
            <a:extLst>
              <a:ext uri="{FF2B5EF4-FFF2-40B4-BE49-F238E27FC236}">
                <a16:creationId xmlns:a16="http://schemas.microsoft.com/office/drawing/2014/main" xmlns="" id="{A7184EA4-0CE3-477E-BCBE-1058D62AB5F7}"/>
              </a:ext>
            </a:extLst>
          </p:cNvPr>
          <p:cNvSpPr>
            <a:spLocks noGrp="1"/>
          </p:cNvSpPr>
          <p:nvPr>
            <p:ph type="body" sz="quarter" idx="17" hasCustomPrompt="1"/>
          </p:nvPr>
        </p:nvSpPr>
        <p:spPr>
          <a:xfrm>
            <a:off x="300211" y="4111606"/>
            <a:ext cx="7451725" cy="401647"/>
          </a:xfrm>
          <a:prstGeom prst="rect">
            <a:avLst/>
          </a:prstGeom>
        </p:spPr>
        <p:txBody>
          <a:bodyPr/>
          <a:lstStyle>
            <a:lvl1pPr marL="0" indent="0">
              <a:buNone/>
              <a:defRPr sz="2000" b="1" baseline="0">
                <a:solidFill>
                  <a:schemeClr val="tx1"/>
                </a:solidFill>
                <a:latin typeface="Arial Narrow" panose="020B0606020202030204" pitchFamily="34" charset="0"/>
              </a:defRPr>
            </a:lvl1pPr>
          </a:lstStyle>
          <a:p>
            <a:r>
              <a:rPr lang="en-AU" dirty="0"/>
              <a:t>INTRO HEADING 2 (20PT, ARIAL NARROW, UPPER CASE)</a:t>
            </a:r>
          </a:p>
        </p:txBody>
      </p:sp>
      <p:sp>
        <p:nvSpPr>
          <p:cNvPr id="13" name="Text Placeholder 17">
            <a:extLst>
              <a:ext uri="{FF2B5EF4-FFF2-40B4-BE49-F238E27FC236}">
                <a16:creationId xmlns:a16="http://schemas.microsoft.com/office/drawing/2014/main" xmlns="" id="{9D07E0DE-CCF8-4C7E-83F9-601B50B1CF7E}"/>
              </a:ext>
            </a:extLst>
          </p:cNvPr>
          <p:cNvSpPr>
            <a:spLocks noGrp="1"/>
          </p:cNvSpPr>
          <p:nvPr>
            <p:ph type="body" sz="quarter" idx="18" hasCustomPrompt="1"/>
          </p:nvPr>
        </p:nvSpPr>
        <p:spPr>
          <a:xfrm>
            <a:off x="294362" y="4513254"/>
            <a:ext cx="7451725" cy="1729430"/>
          </a:xfrm>
          <a:prstGeom prst="rect">
            <a:avLst/>
          </a:prstGeom>
        </p:spPr>
        <p:txBody>
          <a:bodyPr/>
          <a:lstStyle>
            <a:lvl1pPr marL="342900" indent="-342900">
              <a:buFont typeface="Arial" panose="020B0604020202020204" pitchFamily="34" charset="0"/>
              <a:buChar char="•"/>
              <a:defRPr sz="2000" b="0" baseline="0">
                <a:solidFill>
                  <a:schemeClr val="tx1"/>
                </a:solidFill>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sz="1600">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sz="1400">
                <a:latin typeface="Arial" panose="020B0604020202020204" pitchFamily="34" charset="0"/>
                <a:cs typeface="Arial" panose="020B0604020202020204" pitchFamily="34" charset="0"/>
              </a:defRPr>
            </a:lvl3pPr>
          </a:lstStyle>
          <a:p>
            <a:r>
              <a:rPr lang="en-AU" dirty="0"/>
              <a:t>Level 1 bullet list (20pt, Arial) &gt; use ‘enter’, then ‘tab’ to create level 2 and 3 sub-bullet lists. </a:t>
            </a:r>
          </a:p>
          <a:p>
            <a:pPr lvl="1"/>
            <a:r>
              <a:rPr lang="en-AU" dirty="0"/>
              <a:t>Level 2 bullet list (16pt, Arial)</a:t>
            </a:r>
          </a:p>
          <a:p>
            <a:pPr lvl="2"/>
            <a:r>
              <a:rPr lang="en-AU" dirty="0"/>
              <a:t>Level 3 bullet list (14pt, Arial)</a:t>
            </a:r>
          </a:p>
          <a:p>
            <a:endParaRPr lang="en-AU" dirty="0"/>
          </a:p>
          <a:p>
            <a:endParaRPr lang="en-AU" dirty="0"/>
          </a:p>
        </p:txBody>
      </p:sp>
      <p:sp>
        <p:nvSpPr>
          <p:cNvPr id="14" name="Text Placeholder 17">
            <a:extLst>
              <a:ext uri="{FF2B5EF4-FFF2-40B4-BE49-F238E27FC236}">
                <a16:creationId xmlns:a16="http://schemas.microsoft.com/office/drawing/2014/main" xmlns="" id="{7017B2EC-6CC6-46B0-A700-31BC918FDD36}"/>
              </a:ext>
            </a:extLst>
          </p:cNvPr>
          <p:cNvSpPr>
            <a:spLocks noGrp="1"/>
          </p:cNvSpPr>
          <p:nvPr>
            <p:ph type="body" sz="quarter" idx="19" hasCustomPrompt="1"/>
          </p:nvPr>
        </p:nvSpPr>
        <p:spPr>
          <a:xfrm>
            <a:off x="306361" y="2131370"/>
            <a:ext cx="7451725" cy="1729430"/>
          </a:xfrm>
          <a:prstGeom prst="rect">
            <a:avLst/>
          </a:prstGeom>
        </p:spPr>
        <p:txBody>
          <a:bodyPr/>
          <a:lstStyle>
            <a:lvl1pPr marL="342900" indent="-342900">
              <a:buFont typeface="Arial" panose="020B0604020202020204" pitchFamily="34" charset="0"/>
              <a:buChar char="•"/>
              <a:defRPr sz="2000" b="0" baseline="0">
                <a:solidFill>
                  <a:schemeClr val="tx1"/>
                </a:solidFill>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sz="1600">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sz="1400">
                <a:latin typeface="Arial" panose="020B0604020202020204" pitchFamily="34" charset="0"/>
                <a:cs typeface="Arial" panose="020B0604020202020204" pitchFamily="34" charset="0"/>
              </a:defRPr>
            </a:lvl3pPr>
          </a:lstStyle>
          <a:p>
            <a:r>
              <a:rPr lang="en-AU" dirty="0"/>
              <a:t>Body copy (20pt, Arial) </a:t>
            </a:r>
          </a:p>
          <a:p>
            <a:r>
              <a:rPr lang="en-AU" dirty="0"/>
              <a:t>Level 1 bullet list (20pt, Arial)</a:t>
            </a:r>
          </a:p>
          <a:p>
            <a:pPr lvl="1"/>
            <a:r>
              <a:rPr lang="en-AU" dirty="0"/>
              <a:t>Level 2 bullet list (16pt, Arial)</a:t>
            </a:r>
          </a:p>
          <a:p>
            <a:pPr lvl="2"/>
            <a:r>
              <a:rPr lang="en-AU" dirty="0"/>
              <a:t>Level 3 bullet list (14pt, Arial)</a:t>
            </a:r>
          </a:p>
          <a:p>
            <a:endParaRPr lang="en-AU" dirty="0"/>
          </a:p>
        </p:txBody>
      </p:sp>
    </p:spTree>
    <p:extLst>
      <p:ext uri="{BB962C8B-B14F-4D97-AF65-F5344CB8AC3E}">
        <p14:creationId xmlns:p14="http://schemas.microsoft.com/office/powerpoint/2010/main" val="2193092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ulleted list with texture">
    <p:spTree>
      <p:nvGrpSpPr>
        <p:cNvPr id="1" name=""/>
        <p:cNvGrpSpPr/>
        <p:nvPr/>
      </p:nvGrpSpPr>
      <p:grpSpPr>
        <a:xfrm>
          <a:off x="0" y="0"/>
          <a:ext cx="0" cy="0"/>
          <a:chOff x="0" y="0"/>
          <a:chExt cx="0" cy="0"/>
        </a:xfrm>
      </p:grpSpPr>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867" y="6397304"/>
            <a:ext cx="1267288" cy="368735"/>
          </a:xfrm>
          <a:prstGeom prst="rect">
            <a:avLst/>
          </a:prstGeom>
        </p:spPr>
      </p:pic>
      <p:sp>
        <p:nvSpPr>
          <p:cNvPr id="3" name="Rectangle 2"/>
          <p:cNvSpPr/>
          <p:nvPr userDrawn="1"/>
        </p:nvSpPr>
        <p:spPr>
          <a:xfrm>
            <a:off x="219075" y="85725"/>
            <a:ext cx="2771775" cy="1162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 Placeholder 17"/>
          <p:cNvSpPr>
            <a:spLocks noGrp="1"/>
          </p:cNvSpPr>
          <p:nvPr>
            <p:ph type="body" sz="quarter" idx="11" hasCustomPrompt="1"/>
          </p:nvPr>
        </p:nvSpPr>
        <p:spPr>
          <a:xfrm>
            <a:off x="306060" y="978761"/>
            <a:ext cx="7451725" cy="466468"/>
          </a:xfrm>
          <a:prstGeom prst="rect">
            <a:avLst/>
          </a:prstGeom>
        </p:spPr>
        <p:txBody>
          <a:bodyPr/>
          <a:lstStyle>
            <a:lvl1pPr marL="0" indent="0">
              <a:buNone/>
              <a:defRPr sz="2400">
                <a:solidFill>
                  <a:schemeClr val="tx1"/>
                </a:solidFill>
                <a:latin typeface="Arial Narrow" panose="020B0606020202030204" pitchFamily="34" charset="0"/>
              </a:defRPr>
            </a:lvl1pPr>
          </a:lstStyle>
          <a:p>
            <a:r>
              <a:rPr lang="en-AU" dirty="0"/>
              <a:t>SUB HEADING (24PT, UPPER CASE)</a:t>
            </a:r>
            <a:endParaRPr lang="en-US" dirty="0"/>
          </a:p>
        </p:txBody>
      </p:sp>
      <p:sp>
        <p:nvSpPr>
          <p:cNvPr id="39" name="Text Placeholder 22"/>
          <p:cNvSpPr>
            <a:spLocks noGrp="1"/>
          </p:cNvSpPr>
          <p:nvPr>
            <p:ph type="body" sz="quarter" idx="13" hasCustomPrompt="1"/>
          </p:nvPr>
        </p:nvSpPr>
        <p:spPr>
          <a:xfrm>
            <a:off x="306060" y="326309"/>
            <a:ext cx="7452026" cy="736956"/>
          </a:xfrm>
          <a:prstGeom prst="rect">
            <a:avLst/>
          </a:prstGeom>
        </p:spPr>
        <p:txBody>
          <a:bodyPr/>
          <a:lstStyle>
            <a:lvl1pPr marL="0" indent="0">
              <a:buNone/>
              <a:defRPr sz="4200" b="1" baseline="0">
                <a:solidFill>
                  <a:schemeClr val="tx1"/>
                </a:solidFill>
                <a:latin typeface="Arial Narrow" panose="020B0606020202030204" pitchFamily="34" charset="0"/>
              </a:defRPr>
            </a:lvl1pPr>
          </a:lstStyle>
          <a:p>
            <a:pPr lvl="0"/>
            <a:r>
              <a:rPr lang="en-US" dirty="0"/>
              <a:t>HEADING (42PT, UPPER CASE)</a:t>
            </a:r>
          </a:p>
        </p:txBody>
      </p:sp>
      <p:sp>
        <p:nvSpPr>
          <p:cNvPr id="25" name="Text Placeholder 17"/>
          <p:cNvSpPr>
            <a:spLocks noGrp="1"/>
          </p:cNvSpPr>
          <p:nvPr>
            <p:ph type="body" sz="quarter" idx="14" hasCustomPrompt="1"/>
          </p:nvPr>
        </p:nvSpPr>
        <p:spPr>
          <a:xfrm>
            <a:off x="306060" y="1729723"/>
            <a:ext cx="7451725" cy="401647"/>
          </a:xfrm>
          <a:prstGeom prst="rect">
            <a:avLst/>
          </a:prstGeom>
        </p:spPr>
        <p:txBody>
          <a:bodyPr/>
          <a:lstStyle>
            <a:lvl1pPr>
              <a:defRPr sz="2000" b="1" baseline="0">
                <a:solidFill>
                  <a:schemeClr val="tx1"/>
                </a:solidFill>
              </a:defRPr>
            </a:lvl1pPr>
          </a:lstStyle>
          <a:p>
            <a:r>
              <a:rPr lang="en-AU" dirty="0"/>
              <a:t>INTRO HEADING 1 (20PT, ARIAL NARROW, UPPER CASE)</a:t>
            </a:r>
          </a:p>
        </p:txBody>
      </p:sp>
      <p:sp>
        <p:nvSpPr>
          <p:cNvPr id="26" name="Text Placeholder 17"/>
          <p:cNvSpPr>
            <a:spLocks noGrp="1"/>
          </p:cNvSpPr>
          <p:nvPr>
            <p:ph type="body" sz="quarter" idx="16" hasCustomPrompt="1"/>
          </p:nvPr>
        </p:nvSpPr>
        <p:spPr>
          <a:xfrm>
            <a:off x="300211" y="2131371"/>
            <a:ext cx="7451725" cy="1729430"/>
          </a:xfrm>
          <a:prstGeom prst="rect">
            <a:avLst/>
          </a:prstGeom>
        </p:spPr>
        <p:txBody>
          <a:bodyPr/>
          <a:lstStyle>
            <a:lvl1pPr marL="342900" indent="-342900">
              <a:buFont typeface="Arial" panose="020B0604020202020204" pitchFamily="34" charset="0"/>
              <a:buChar char="•"/>
              <a:defRPr sz="2000" b="0" baseline="0">
                <a:solidFill>
                  <a:schemeClr val="tx1"/>
                </a:solidFill>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sz="1600"/>
            </a:lvl2pPr>
            <a:lvl3pPr marL="1143000" indent="-228600">
              <a:buFont typeface="Wingdings" panose="05000000000000000000" pitchFamily="2" charset="2"/>
              <a:buChar char="§"/>
              <a:defRPr sz="1400"/>
            </a:lvl3pPr>
          </a:lstStyle>
          <a:p>
            <a:r>
              <a:rPr lang="en-AU" dirty="0"/>
              <a:t>Bullet list, one column (20pt, Arial)</a:t>
            </a:r>
          </a:p>
          <a:p>
            <a:pPr lvl="1"/>
            <a:r>
              <a:rPr lang="en-AU" dirty="0"/>
              <a:t>Level 2 bullet list (16pt, Arial)</a:t>
            </a:r>
          </a:p>
          <a:p>
            <a:pPr lvl="2"/>
            <a:r>
              <a:rPr lang="en-AU" dirty="0"/>
              <a:t>Level 3 bullet list (14pt, Arial)</a:t>
            </a:r>
          </a:p>
          <a:p>
            <a:endParaRPr lang="en-AU" dirty="0"/>
          </a:p>
          <a:p>
            <a:endParaRPr lang="en-AU" dirty="0"/>
          </a:p>
          <a:p>
            <a:endParaRPr lang="en-AU" dirty="0"/>
          </a:p>
        </p:txBody>
      </p:sp>
      <p:sp>
        <p:nvSpPr>
          <p:cNvPr id="27" name="Text Placeholder 17"/>
          <p:cNvSpPr>
            <a:spLocks noGrp="1"/>
          </p:cNvSpPr>
          <p:nvPr>
            <p:ph type="body" sz="quarter" idx="17" hasCustomPrompt="1"/>
          </p:nvPr>
        </p:nvSpPr>
        <p:spPr>
          <a:xfrm>
            <a:off x="300211" y="4111606"/>
            <a:ext cx="7451725" cy="401647"/>
          </a:xfrm>
          <a:prstGeom prst="rect">
            <a:avLst/>
          </a:prstGeom>
        </p:spPr>
        <p:txBody>
          <a:bodyPr/>
          <a:lstStyle>
            <a:lvl1pPr>
              <a:defRPr sz="2000" b="1" baseline="0">
                <a:solidFill>
                  <a:schemeClr val="tx1"/>
                </a:solidFill>
              </a:defRPr>
            </a:lvl1pPr>
          </a:lstStyle>
          <a:p>
            <a:r>
              <a:rPr lang="en-AU" dirty="0"/>
              <a:t>INTRO HEADING 2 (20PT, ARIAL NARROW, UPPER CASE)</a:t>
            </a:r>
          </a:p>
        </p:txBody>
      </p:sp>
      <p:sp>
        <p:nvSpPr>
          <p:cNvPr id="28" name="Text Placeholder 17"/>
          <p:cNvSpPr>
            <a:spLocks noGrp="1"/>
          </p:cNvSpPr>
          <p:nvPr>
            <p:ph type="body" sz="quarter" idx="18" hasCustomPrompt="1"/>
          </p:nvPr>
        </p:nvSpPr>
        <p:spPr>
          <a:xfrm>
            <a:off x="294362" y="4513254"/>
            <a:ext cx="7451725" cy="1729430"/>
          </a:xfrm>
          <a:prstGeom prst="rect">
            <a:avLst/>
          </a:prstGeom>
        </p:spPr>
        <p:txBody>
          <a:bodyPr numCol="2"/>
          <a:lstStyle>
            <a:lvl1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000" b="0" baseline="0">
                <a:solidFill>
                  <a:schemeClr val="tx1"/>
                </a:solidFill>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sz="1600"/>
            </a:lvl2pPr>
            <a:lvl3pPr marL="1143000" indent="-228600">
              <a:buFont typeface="Wingdings" panose="05000000000000000000" pitchFamily="2" charset="2"/>
              <a:buChar char="§"/>
              <a:defRPr sz="1400"/>
            </a:lvl3pPr>
          </a:lstStyle>
          <a:p>
            <a:r>
              <a:rPr lang="en-AU" dirty="0"/>
              <a:t>Bullet list, two column (20pt, Arial) </a:t>
            </a:r>
          </a:p>
          <a:p>
            <a:pPr lvl="1"/>
            <a:r>
              <a:rPr lang="en-AU" dirty="0"/>
              <a:t>Level 2 bullet list (16pt, Arial)</a:t>
            </a:r>
          </a:p>
          <a:p>
            <a:pPr lvl="2"/>
            <a:r>
              <a:rPr lang="en-AU" dirty="0"/>
              <a:t>Level 3 bullet list (14pt, Arial)</a:t>
            </a:r>
          </a:p>
          <a:p>
            <a:endParaRPr lang="en-AU" dirty="0"/>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AU" dirty="0"/>
              <a:t>Bullet list, two column (20pt, Arial) </a:t>
            </a:r>
          </a:p>
          <a:p>
            <a:endParaRPr lang="en-AU" dirty="0"/>
          </a:p>
        </p:txBody>
      </p:sp>
      <p:sp>
        <p:nvSpPr>
          <p:cNvPr id="29" name="Freeform 28"/>
          <p:cNvSpPr/>
          <p:nvPr userDrawn="1"/>
        </p:nvSpPr>
        <p:spPr>
          <a:xfrm>
            <a:off x="9253537" y="0"/>
            <a:ext cx="2947172" cy="6853646"/>
          </a:xfrm>
          <a:custGeom>
            <a:avLst/>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2445" h="6853646">
                <a:moveTo>
                  <a:pt x="0" y="0"/>
                </a:moveTo>
                <a:lnTo>
                  <a:pt x="19050" y="69669"/>
                </a:lnTo>
                <a:lnTo>
                  <a:pt x="1482090" y="6853646"/>
                </a:lnTo>
                <a:lnTo>
                  <a:pt x="3763736" y="6844937"/>
                </a:lnTo>
                <a:lnTo>
                  <a:pt x="3772445" y="0"/>
                </a:lnTo>
                <a:lnTo>
                  <a:pt x="0" y="0"/>
                </a:lnTo>
                <a:close/>
              </a:path>
            </a:pathLst>
          </a:custGeom>
          <a:blipFill dpi="0" rotWithShape="1">
            <a:blip r:embed="rId3"/>
            <a:srcRect/>
            <a:tile tx="1270000" ty="0" sx="80000" sy="8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30" name="Picture 2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90967" y="6298367"/>
            <a:ext cx="1267288" cy="368735"/>
          </a:xfrm>
          <a:prstGeom prst="rect">
            <a:avLst/>
          </a:prstGeom>
        </p:spPr>
      </p:pic>
    </p:spTree>
    <p:extLst>
      <p:ext uri="{BB962C8B-B14F-4D97-AF65-F5344CB8AC3E}">
        <p14:creationId xmlns:p14="http://schemas.microsoft.com/office/powerpoint/2010/main" val="3596422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py with two images">
    <p:spTree>
      <p:nvGrpSpPr>
        <p:cNvPr id="1" name=""/>
        <p:cNvGrpSpPr/>
        <p:nvPr/>
      </p:nvGrpSpPr>
      <p:grpSpPr>
        <a:xfrm>
          <a:off x="0" y="0"/>
          <a:ext cx="0" cy="0"/>
          <a:chOff x="0" y="0"/>
          <a:chExt cx="0" cy="0"/>
        </a:xfrm>
      </p:grpSpPr>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867" y="6397304"/>
            <a:ext cx="1267288" cy="368735"/>
          </a:xfrm>
          <a:prstGeom prst="rect">
            <a:avLst/>
          </a:prstGeom>
        </p:spPr>
      </p:pic>
      <p:sp>
        <p:nvSpPr>
          <p:cNvPr id="18" name="Text Placeholder 17"/>
          <p:cNvSpPr>
            <a:spLocks noGrp="1"/>
          </p:cNvSpPr>
          <p:nvPr>
            <p:ph type="body" sz="quarter" idx="11" hasCustomPrompt="1"/>
          </p:nvPr>
        </p:nvSpPr>
        <p:spPr>
          <a:xfrm>
            <a:off x="306060" y="1046138"/>
            <a:ext cx="7451725" cy="466468"/>
          </a:xfrm>
          <a:prstGeom prst="rect">
            <a:avLst/>
          </a:prstGeom>
        </p:spPr>
        <p:txBody>
          <a:bodyPr/>
          <a:lstStyle>
            <a:lvl1pPr>
              <a:defRPr sz="2400">
                <a:solidFill>
                  <a:schemeClr val="tx1"/>
                </a:solidFill>
              </a:defRPr>
            </a:lvl1pPr>
          </a:lstStyle>
          <a:p>
            <a:r>
              <a:rPr lang="en-AU" dirty="0"/>
              <a:t>SUB HEADING (24PT, UPPER CASE)</a:t>
            </a:r>
            <a:endParaRPr lang="en-US" dirty="0"/>
          </a:p>
        </p:txBody>
      </p:sp>
      <p:sp>
        <p:nvSpPr>
          <p:cNvPr id="19" name="Text Placeholder 22"/>
          <p:cNvSpPr>
            <a:spLocks noGrp="1"/>
          </p:cNvSpPr>
          <p:nvPr>
            <p:ph type="body" sz="quarter" idx="13" hasCustomPrompt="1"/>
          </p:nvPr>
        </p:nvSpPr>
        <p:spPr>
          <a:xfrm>
            <a:off x="306060" y="359998"/>
            <a:ext cx="7452026" cy="736956"/>
          </a:xfrm>
          <a:prstGeom prst="rect">
            <a:avLst/>
          </a:prstGeom>
        </p:spPr>
        <p:txBody>
          <a:bodyPr/>
          <a:lstStyle>
            <a:lvl1pPr>
              <a:defRPr sz="4200" b="1" baseline="0">
                <a:solidFill>
                  <a:schemeClr val="tx1"/>
                </a:solidFill>
              </a:defRPr>
            </a:lvl1pPr>
          </a:lstStyle>
          <a:p>
            <a:pPr lvl="0"/>
            <a:r>
              <a:rPr lang="en-US" dirty="0"/>
              <a:t>HEADING (42PT, UPPER CASE)</a:t>
            </a:r>
          </a:p>
        </p:txBody>
      </p:sp>
      <p:sp>
        <p:nvSpPr>
          <p:cNvPr id="23" name="Text Placeholder 17"/>
          <p:cNvSpPr>
            <a:spLocks noGrp="1"/>
          </p:cNvSpPr>
          <p:nvPr>
            <p:ph type="body" sz="quarter" idx="14" hasCustomPrompt="1"/>
          </p:nvPr>
        </p:nvSpPr>
        <p:spPr>
          <a:xfrm>
            <a:off x="306060" y="1763411"/>
            <a:ext cx="7451725" cy="401647"/>
          </a:xfrm>
          <a:prstGeom prst="rect">
            <a:avLst/>
          </a:prstGeom>
        </p:spPr>
        <p:txBody>
          <a:bodyPr/>
          <a:lstStyle>
            <a:lvl1pPr>
              <a:defRPr sz="2000" b="1" baseline="0">
                <a:solidFill>
                  <a:schemeClr val="tx1"/>
                </a:solidFill>
              </a:defRPr>
            </a:lvl1pPr>
          </a:lstStyle>
          <a:p>
            <a:r>
              <a:rPr lang="en-AU" dirty="0"/>
              <a:t>INTRO HEADING (20PT, ARIAL NARROW, UPPER CASE)</a:t>
            </a:r>
          </a:p>
        </p:txBody>
      </p:sp>
      <p:sp>
        <p:nvSpPr>
          <p:cNvPr id="24" name="Text Placeholder 17"/>
          <p:cNvSpPr>
            <a:spLocks noGrp="1"/>
          </p:cNvSpPr>
          <p:nvPr>
            <p:ph type="body" sz="quarter" idx="16" hasCustomPrompt="1"/>
          </p:nvPr>
        </p:nvSpPr>
        <p:spPr>
          <a:xfrm>
            <a:off x="300212" y="2131371"/>
            <a:ext cx="4352700" cy="3976132"/>
          </a:xfrm>
          <a:prstGeom prst="rect">
            <a:avLst/>
          </a:prstGeom>
        </p:spPr>
        <p:txBody>
          <a:bodyPr/>
          <a:lstStyle>
            <a:lvl1pPr marL="342900" indent="-342900">
              <a:buFont typeface="Arial" panose="020B0604020202020204" pitchFamily="34" charset="0"/>
              <a:buChar char="•"/>
              <a:defRPr sz="2000" b="0" baseline="0">
                <a:solidFill>
                  <a:schemeClr val="tx1"/>
                </a:solidFill>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sz="1600"/>
            </a:lvl2pPr>
            <a:lvl3pPr marL="1143000" indent="-228600">
              <a:buFont typeface="Wingdings" panose="05000000000000000000" pitchFamily="2" charset="2"/>
              <a:buChar char="§"/>
              <a:defRPr sz="1400"/>
            </a:lvl3pPr>
          </a:lstStyle>
          <a:p>
            <a:r>
              <a:rPr lang="en-AU" dirty="0"/>
              <a:t>Body copy (20pt, Arial) </a:t>
            </a:r>
          </a:p>
          <a:p>
            <a:r>
              <a:rPr lang="en-AU" dirty="0"/>
              <a:t>Level 1 bullet list (20pt, Arial)</a:t>
            </a:r>
          </a:p>
          <a:p>
            <a:pPr lvl="1"/>
            <a:r>
              <a:rPr lang="en-AU" dirty="0"/>
              <a:t>Level 2 bullet list (16pt, Arial)</a:t>
            </a:r>
          </a:p>
          <a:p>
            <a:pPr lvl="2"/>
            <a:r>
              <a:rPr lang="en-AU" dirty="0"/>
              <a:t>Level 3 bullet list (14pt, Arial)</a:t>
            </a:r>
          </a:p>
          <a:p>
            <a:endParaRPr lang="en-AU" dirty="0"/>
          </a:p>
          <a:p>
            <a:endParaRPr lang="en-AU" dirty="0"/>
          </a:p>
        </p:txBody>
      </p:sp>
      <p:pic>
        <p:nvPicPr>
          <p:cNvPr id="30" name="Picture 2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342459" y="6329169"/>
            <a:ext cx="1262009" cy="367200"/>
          </a:xfrm>
          <a:prstGeom prst="rect">
            <a:avLst/>
          </a:prstGeom>
        </p:spPr>
      </p:pic>
      <p:sp>
        <p:nvSpPr>
          <p:cNvPr id="25" name="Picture Placeholder 17"/>
          <p:cNvSpPr>
            <a:spLocks noGrp="1"/>
          </p:cNvSpPr>
          <p:nvPr>
            <p:ph type="pic" sz="quarter" idx="17"/>
          </p:nvPr>
        </p:nvSpPr>
        <p:spPr>
          <a:xfrm>
            <a:off x="7380288" y="2520000"/>
            <a:ext cx="4027879" cy="2267900"/>
          </a:xfrm>
          <a:prstGeom prst="rect">
            <a:avLst/>
          </a:prstGeom>
          <a:blipFill dpi="0" rotWithShape="1">
            <a:blip r:embed="rId4"/>
            <a:srcRect/>
            <a:tile tx="0" ty="0" sx="40000" sy="40000" flip="none" algn="ctr"/>
          </a:blipFill>
        </p:spPr>
        <p:txBody>
          <a:bodyPr/>
          <a:lstStyle/>
          <a:p>
            <a:endParaRPr lang="en-AU" dirty="0"/>
          </a:p>
        </p:txBody>
      </p:sp>
      <p:sp>
        <p:nvSpPr>
          <p:cNvPr id="26" name="Picture Placeholder 19"/>
          <p:cNvSpPr>
            <a:spLocks noGrp="1"/>
          </p:cNvSpPr>
          <p:nvPr>
            <p:ph type="pic" sz="quarter" idx="18"/>
          </p:nvPr>
        </p:nvSpPr>
        <p:spPr>
          <a:xfrm>
            <a:off x="4960507" y="2519363"/>
            <a:ext cx="2281237" cy="2268537"/>
          </a:xfrm>
          <a:prstGeom prst="rect">
            <a:avLst/>
          </a:prstGeom>
          <a:blipFill dpi="0" rotWithShape="1">
            <a:blip r:embed="rId5"/>
            <a:srcRect/>
            <a:tile tx="0" ty="0" sx="40000" sy="40000" flip="none" algn="b"/>
          </a:blipFill>
        </p:spPr>
        <p:txBody>
          <a:bodyPr/>
          <a:lstStyle/>
          <a:p>
            <a:endParaRPr lang="en-AU"/>
          </a:p>
        </p:txBody>
      </p:sp>
    </p:spTree>
    <p:extLst>
      <p:ext uri="{BB962C8B-B14F-4D97-AF65-F5344CB8AC3E}">
        <p14:creationId xmlns:p14="http://schemas.microsoft.com/office/powerpoint/2010/main" val="1831641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 slide image with caption">
    <p:spTree>
      <p:nvGrpSpPr>
        <p:cNvPr id="1" name=""/>
        <p:cNvGrpSpPr/>
        <p:nvPr/>
      </p:nvGrpSpPr>
      <p:grpSpPr>
        <a:xfrm>
          <a:off x="0" y="0"/>
          <a:ext cx="0" cy="0"/>
          <a:chOff x="0" y="0"/>
          <a:chExt cx="0" cy="0"/>
        </a:xfrm>
      </p:grpSpPr>
      <p:sp>
        <p:nvSpPr>
          <p:cNvPr id="5" name="Picture Placeholder 4"/>
          <p:cNvSpPr>
            <a:spLocks noGrp="1"/>
          </p:cNvSpPr>
          <p:nvPr>
            <p:ph type="pic" sz="quarter" idx="15"/>
          </p:nvPr>
        </p:nvSpPr>
        <p:spPr>
          <a:xfrm>
            <a:off x="0" y="-8466"/>
            <a:ext cx="10371666" cy="6866466"/>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9228667 w 12192000"/>
              <a:gd name="connsiteY1" fmla="*/ 8467 h 6858000"/>
              <a:gd name="connsiteX2" fmla="*/ 12192000 w 12192000"/>
              <a:gd name="connsiteY2" fmla="*/ 6858000 h 6858000"/>
              <a:gd name="connsiteX3" fmla="*/ 0 w 12192000"/>
              <a:gd name="connsiteY3" fmla="*/ 6858000 h 6858000"/>
              <a:gd name="connsiteX4" fmla="*/ 0 w 12192000"/>
              <a:gd name="connsiteY4" fmla="*/ 0 h 6858000"/>
              <a:gd name="connsiteX0" fmla="*/ 0 w 10498666"/>
              <a:gd name="connsiteY0" fmla="*/ 0 h 6858000"/>
              <a:gd name="connsiteX1" fmla="*/ 9228667 w 10498666"/>
              <a:gd name="connsiteY1" fmla="*/ 8467 h 6858000"/>
              <a:gd name="connsiteX2" fmla="*/ 10498666 w 10498666"/>
              <a:gd name="connsiteY2" fmla="*/ 6858000 h 6858000"/>
              <a:gd name="connsiteX3" fmla="*/ 0 w 10498666"/>
              <a:gd name="connsiteY3" fmla="*/ 6858000 h 6858000"/>
              <a:gd name="connsiteX4" fmla="*/ 0 w 10498666"/>
              <a:gd name="connsiteY4" fmla="*/ 0 h 6858000"/>
              <a:gd name="connsiteX0" fmla="*/ 0 w 10498666"/>
              <a:gd name="connsiteY0" fmla="*/ 8466 h 6866466"/>
              <a:gd name="connsiteX1" fmla="*/ 9245601 w 10498666"/>
              <a:gd name="connsiteY1" fmla="*/ 0 h 6866466"/>
              <a:gd name="connsiteX2" fmla="*/ 10498666 w 10498666"/>
              <a:gd name="connsiteY2" fmla="*/ 6866466 h 6866466"/>
              <a:gd name="connsiteX3" fmla="*/ 0 w 10498666"/>
              <a:gd name="connsiteY3" fmla="*/ 6866466 h 6866466"/>
              <a:gd name="connsiteX4" fmla="*/ 0 w 10498666"/>
              <a:gd name="connsiteY4" fmla="*/ 8466 h 6866466"/>
              <a:gd name="connsiteX0" fmla="*/ 0 w 10371666"/>
              <a:gd name="connsiteY0" fmla="*/ 8466 h 6866466"/>
              <a:gd name="connsiteX1" fmla="*/ 9245601 w 10371666"/>
              <a:gd name="connsiteY1" fmla="*/ 0 h 6866466"/>
              <a:gd name="connsiteX2" fmla="*/ 10371666 w 10371666"/>
              <a:gd name="connsiteY2" fmla="*/ 6849533 h 6866466"/>
              <a:gd name="connsiteX3" fmla="*/ 0 w 10371666"/>
              <a:gd name="connsiteY3" fmla="*/ 6866466 h 6866466"/>
              <a:gd name="connsiteX4" fmla="*/ 0 w 10371666"/>
              <a:gd name="connsiteY4" fmla="*/ 8466 h 68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1666" h="6866466">
                <a:moveTo>
                  <a:pt x="0" y="8466"/>
                </a:moveTo>
                <a:lnTo>
                  <a:pt x="9245601" y="0"/>
                </a:lnTo>
                <a:lnTo>
                  <a:pt x="10371666" y="6849533"/>
                </a:lnTo>
                <a:lnTo>
                  <a:pt x="0" y="6866466"/>
                </a:lnTo>
                <a:lnTo>
                  <a:pt x="0" y="8466"/>
                </a:lnTo>
                <a:close/>
              </a:path>
            </a:pathLst>
          </a:custGeom>
          <a:blipFill dpi="0" rotWithShape="1">
            <a:blip r:embed="rId2"/>
            <a:srcRect/>
            <a:tile tx="0" ty="0" sx="100000" sy="100000" flip="none" algn="b"/>
          </a:blipFill>
        </p:spPr>
        <p:txBody>
          <a:bodyPr/>
          <a:lstStyle/>
          <a:p>
            <a:endParaRPr lang="en-AU"/>
          </a:p>
        </p:txBody>
      </p:sp>
      <p:pic>
        <p:nvPicPr>
          <p:cNvPr id="22" name="Picture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552867" y="6397304"/>
            <a:ext cx="1267288" cy="368735"/>
          </a:xfrm>
          <a:prstGeom prst="rect">
            <a:avLst/>
          </a:prstGeom>
        </p:spPr>
      </p:pic>
      <p:sp>
        <p:nvSpPr>
          <p:cNvPr id="13" name="Text Placeholder 17"/>
          <p:cNvSpPr>
            <a:spLocks noGrp="1"/>
          </p:cNvSpPr>
          <p:nvPr>
            <p:ph type="body" sz="quarter" idx="14" hasCustomPrompt="1"/>
          </p:nvPr>
        </p:nvSpPr>
        <p:spPr>
          <a:xfrm>
            <a:off x="9689170" y="332573"/>
            <a:ext cx="2309631" cy="1302845"/>
          </a:xfrm>
          <a:prstGeom prst="rect">
            <a:avLst/>
          </a:prstGeom>
          <a:noFill/>
        </p:spPr>
        <p:txBody>
          <a:bodyPr/>
          <a:lstStyle>
            <a:lvl1pPr>
              <a:defRPr sz="2000" b="1" baseline="0">
                <a:solidFill>
                  <a:schemeClr val="tx1"/>
                </a:solidFill>
              </a:defRPr>
            </a:lvl1pPr>
          </a:lstStyle>
          <a:p>
            <a:r>
              <a:rPr lang="en-AU" dirty="0"/>
              <a:t>Image caption (title case)</a:t>
            </a:r>
          </a:p>
        </p:txBody>
      </p:sp>
      <p:pic>
        <p:nvPicPr>
          <p:cNvPr id="19" name="Picture 1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30328" y="6329169"/>
            <a:ext cx="1262009" cy="367200"/>
          </a:xfrm>
          <a:prstGeom prst="rect">
            <a:avLst/>
          </a:prstGeom>
        </p:spPr>
      </p:pic>
    </p:spTree>
    <p:extLst>
      <p:ext uri="{BB962C8B-B14F-4D97-AF65-F5344CB8AC3E}">
        <p14:creationId xmlns:p14="http://schemas.microsoft.com/office/powerpoint/2010/main" val="3764260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5" name="Freeform 4"/>
          <p:cNvSpPr/>
          <p:nvPr userDrawn="1"/>
        </p:nvSpPr>
        <p:spPr>
          <a:xfrm>
            <a:off x="-19050" y="-9525"/>
            <a:ext cx="9420225" cy="6867525"/>
          </a:xfrm>
          <a:custGeom>
            <a:avLst/>
            <a:gdLst>
              <a:gd name="connsiteX0" fmla="*/ 9525 w 8905875"/>
              <a:gd name="connsiteY0" fmla="*/ 0 h 6896100"/>
              <a:gd name="connsiteX1" fmla="*/ 4724400 w 8905875"/>
              <a:gd name="connsiteY1" fmla="*/ 0 h 6896100"/>
              <a:gd name="connsiteX2" fmla="*/ 8905875 w 8905875"/>
              <a:gd name="connsiteY2" fmla="*/ 6896100 h 6896100"/>
              <a:gd name="connsiteX3" fmla="*/ 0 w 8905875"/>
              <a:gd name="connsiteY3" fmla="*/ 6896100 h 6896100"/>
              <a:gd name="connsiteX4" fmla="*/ 9525 w 8905875"/>
              <a:gd name="connsiteY4" fmla="*/ 0 h 689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5875" h="6896100">
                <a:moveTo>
                  <a:pt x="9525" y="0"/>
                </a:moveTo>
                <a:lnTo>
                  <a:pt x="4724400" y="0"/>
                </a:lnTo>
                <a:lnTo>
                  <a:pt x="8905875" y="6896100"/>
                </a:lnTo>
                <a:lnTo>
                  <a:pt x="0" y="6896100"/>
                </a:lnTo>
                <a:lnTo>
                  <a:pt x="9525" y="0"/>
                </a:lnTo>
                <a:close/>
              </a:path>
            </a:pathLst>
          </a:custGeom>
          <a:solidFill>
            <a:srgbClr val="006DA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867" y="6397304"/>
            <a:ext cx="1267288" cy="368735"/>
          </a:xfrm>
          <a:prstGeom prst="rect">
            <a:avLst/>
          </a:prstGeom>
        </p:spPr>
      </p:pic>
      <p:sp>
        <p:nvSpPr>
          <p:cNvPr id="29" name="Text Placeholder 22"/>
          <p:cNvSpPr>
            <a:spLocks noGrp="1"/>
          </p:cNvSpPr>
          <p:nvPr>
            <p:ph type="body" sz="quarter" idx="13" hasCustomPrompt="1"/>
          </p:nvPr>
        </p:nvSpPr>
        <p:spPr>
          <a:xfrm>
            <a:off x="138368" y="1741593"/>
            <a:ext cx="5757606" cy="3435594"/>
          </a:xfrm>
          <a:prstGeom prst="rect">
            <a:avLst/>
          </a:prstGeom>
        </p:spPr>
        <p:txBody>
          <a:bodyPr wrap="square"/>
          <a:lstStyle>
            <a:lvl1pPr algn="r">
              <a:defRPr sz="4400" b="1" baseline="0">
                <a:solidFill>
                  <a:schemeClr val="bg1"/>
                </a:solidFill>
              </a:defRPr>
            </a:lvl1pPr>
          </a:lstStyle>
          <a:p>
            <a:pPr lvl="0"/>
            <a:r>
              <a:rPr lang="en-US" dirty="0"/>
              <a:t>SECTION DIVIDER OR PULL-OUT QUOTE (UPPER CASE)</a:t>
            </a:r>
          </a:p>
        </p:txBody>
      </p:sp>
      <p:pic>
        <p:nvPicPr>
          <p:cNvPr id="31" name="Picture 3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05267" y="6373900"/>
            <a:ext cx="1267288" cy="368735"/>
          </a:xfrm>
          <a:prstGeom prst="rect">
            <a:avLst/>
          </a:prstGeom>
        </p:spPr>
      </p:pic>
      <p:pic>
        <p:nvPicPr>
          <p:cNvPr id="17" name="Picture 1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62921" y="6319350"/>
            <a:ext cx="1262009" cy="367200"/>
          </a:xfrm>
          <a:prstGeom prst="rect">
            <a:avLst/>
          </a:prstGeom>
        </p:spPr>
      </p:pic>
      <p:sp>
        <p:nvSpPr>
          <p:cNvPr id="3" name="Picture Placeholder 2"/>
          <p:cNvSpPr>
            <a:spLocks noGrp="1"/>
          </p:cNvSpPr>
          <p:nvPr>
            <p:ph type="pic" sz="quarter" idx="14"/>
          </p:nvPr>
        </p:nvSpPr>
        <p:spPr>
          <a:xfrm>
            <a:off x="6091492" y="1733018"/>
            <a:ext cx="5438775" cy="3435350"/>
          </a:xfrm>
          <a:custGeom>
            <a:avLst/>
            <a:gdLst>
              <a:gd name="connsiteX0" fmla="*/ 0 w 5476875"/>
              <a:gd name="connsiteY0" fmla="*/ 0 h 3435350"/>
              <a:gd name="connsiteX1" fmla="*/ 5476875 w 5476875"/>
              <a:gd name="connsiteY1" fmla="*/ 0 h 3435350"/>
              <a:gd name="connsiteX2" fmla="*/ 5476875 w 5476875"/>
              <a:gd name="connsiteY2" fmla="*/ 3435350 h 3435350"/>
              <a:gd name="connsiteX3" fmla="*/ 0 w 5476875"/>
              <a:gd name="connsiteY3" fmla="*/ 3435350 h 3435350"/>
              <a:gd name="connsiteX4" fmla="*/ 0 w 5476875"/>
              <a:gd name="connsiteY4" fmla="*/ 0 h 3435350"/>
              <a:gd name="connsiteX0" fmla="*/ 19050 w 5476875"/>
              <a:gd name="connsiteY0" fmla="*/ 0 h 3435350"/>
              <a:gd name="connsiteX1" fmla="*/ 5476875 w 5476875"/>
              <a:gd name="connsiteY1" fmla="*/ 0 h 3435350"/>
              <a:gd name="connsiteX2" fmla="*/ 5476875 w 5476875"/>
              <a:gd name="connsiteY2" fmla="*/ 3435350 h 3435350"/>
              <a:gd name="connsiteX3" fmla="*/ 0 w 5476875"/>
              <a:gd name="connsiteY3" fmla="*/ 3435350 h 3435350"/>
              <a:gd name="connsiteX4" fmla="*/ 19050 w 5476875"/>
              <a:gd name="connsiteY4" fmla="*/ 0 h 3435350"/>
              <a:gd name="connsiteX0" fmla="*/ 0 w 5457825"/>
              <a:gd name="connsiteY0" fmla="*/ 0 h 3435350"/>
              <a:gd name="connsiteX1" fmla="*/ 5457825 w 5457825"/>
              <a:gd name="connsiteY1" fmla="*/ 0 h 3435350"/>
              <a:gd name="connsiteX2" fmla="*/ 5457825 w 5457825"/>
              <a:gd name="connsiteY2" fmla="*/ 3435350 h 3435350"/>
              <a:gd name="connsiteX3" fmla="*/ 2266950 w 5457825"/>
              <a:gd name="connsiteY3" fmla="*/ 3435350 h 3435350"/>
              <a:gd name="connsiteX4" fmla="*/ 0 w 5457825"/>
              <a:gd name="connsiteY4" fmla="*/ 0 h 3435350"/>
              <a:gd name="connsiteX0" fmla="*/ 0 w 5438775"/>
              <a:gd name="connsiteY0" fmla="*/ 0 h 3435350"/>
              <a:gd name="connsiteX1" fmla="*/ 5438775 w 5438775"/>
              <a:gd name="connsiteY1" fmla="*/ 0 h 3435350"/>
              <a:gd name="connsiteX2" fmla="*/ 5438775 w 5438775"/>
              <a:gd name="connsiteY2" fmla="*/ 3435350 h 3435350"/>
              <a:gd name="connsiteX3" fmla="*/ 2247900 w 5438775"/>
              <a:gd name="connsiteY3" fmla="*/ 3435350 h 3435350"/>
              <a:gd name="connsiteX4" fmla="*/ 0 w 5438775"/>
              <a:gd name="connsiteY4" fmla="*/ 0 h 3435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8775" h="3435350">
                <a:moveTo>
                  <a:pt x="0" y="0"/>
                </a:moveTo>
                <a:lnTo>
                  <a:pt x="5438775" y="0"/>
                </a:lnTo>
                <a:lnTo>
                  <a:pt x="5438775" y="3435350"/>
                </a:lnTo>
                <a:lnTo>
                  <a:pt x="2247900" y="3435350"/>
                </a:lnTo>
                <a:lnTo>
                  <a:pt x="0" y="0"/>
                </a:lnTo>
                <a:close/>
              </a:path>
            </a:pathLst>
          </a:custGeom>
          <a:blipFill dpi="0" rotWithShape="1">
            <a:blip r:embed="rId4"/>
            <a:srcRect/>
            <a:tile tx="0" ty="0" sx="100000" sy="100000" flip="none" algn="l"/>
          </a:blipFill>
        </p:spPr>
        <p:txBody>
          <a:bodyPr/>
          <a:lstStyle/>
          <a:p>
            <a:endParaRPr lang="en-AU"/>
          </a:p>
        </p:txBody>
      </p:sp>
    </p:spTree>
    <p:extLst>
      <p:ext uri="{BB962C8B-B14F-4D97-AF65-F5344CB8AC3E}">
        <p14:creationId xmlns:p14="http://schemas.microsoft.com/office/powerpoint/2010/main" val="4107368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slide copy_grey">
    <p:spTree>
      <p:nvGrpSpPr>
        <p:cNvPr id="1" name=""/>
        <p:cNvGrpSpPr/>
        <p:nvPr/>
      </p:nvGrpSpPr>
      <p:grpSpPr>
        <a:xfrm>
          <a:off x="0" y="0"/>
          <a:ext cx="0" cy="0"/>
          <a:chOff x="0" y="0"/>
          <a:chExt cx="0" cy="0"/>
        </a:xfrm>
      </p:grpSpPr>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867" y="6397304"/>
            <a:ext cx="1267288" cy="368735"/>
          </a:xfrm>
          <a:prstGeom prst="rect">
            <a:avLst/>
          </a:prstGeom>
        </p:spPr>
      </p:pic>
      <p:sp>
        <p:nvSpPr>
          <p:cNvPr id="3" name="Rectangle 2"/>
          <p:cNvSpPr/>
          <p:nvPr userDrawn="1"/>
        </p:nvSpPr>
        <p:spPr>
          <a:xfrm>
            <a:off x="219075" y="85725"/>
            <a:ext cx="2771775" cy="1162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 Placeholder 17"/>
          <p:cNvSpPr>
            <a:spLocks noGrp="1"/>
          </p:cNvSpPr>
          <p:nvPr>
            <p:ph type="body" sz="quarter" idx="11" hasCustomPrompt="1"/>
          </p:nvPr>
        </p:nvSpPr>
        <p:spPr>
          <a:xfrm>
            <a:off x="306060" y="978761"/>
            <a:ext cx="7451725" cy="466468"/>
          </a:xfrm>
          <a:prstGeom prst="rect">
            <a:avLst/>
          </a:prstGeom>
        </p:spPr>
        <p:txBody>
          <a:bodyPr/>
          <a:lstStyle>
            <a:lvl1pPr marL="0" indent="0">
              <a:buNone/>
              <a:defRPr sz="2400">
                <a:solidFill>
                  <a:schemeClr val="tx1"/>
                </a:solidFill>
                <a:latin typeface="Arial Narrow" panose="020B0606020202030204" pitchFamily="34" charset="0"/>
              </a:defRPr>
            </a:lvl1pPr>
          </a:lstStyle>
          <a:p>
            <a:r>
              <a:rPr lang="en-AU" dirty="0"/>
              <a:t>SUB HEADING (24PT, UPPER CASE)</a:t>
            </a:r>
            <a:endParaRPr lang="en-US" dirty="0"/>
          </a:p>
        </p:txBody>
      </p:sp>
      <p:sp>
        <p:nvSpPr>
          <p:cNvPr id="39" name="Text Placeholder 22"/>
          <p:cNvSpPr>
            <a:spLocks noGrp="1"/>
          </p:cNvSpPr>
          <p:nvPr>
            <p:ph type="body" sz="quarter" idx="13" hasCustomPrompt="1"/>
          </p:nvPr>
        </p:nvSpPr>
        <p:spPr>
          <a:xfrm>
            <a:off x="306060" y="326309"/>
            <a:ext cx="7452026" cy="736956"/>
          </a:xfrm>
          <a:prstGeom prst="rect">
            <a:avLst/>
          </a:prstGeom>
        </p:spPr>
        <p:txBody>
          <a:bodyPr/>
          <a:lstStyle>
            <a:lvl1pPr marL="0" indent="0">
              <a:buNone/>
              <a:defRPr sz="4200" b="1" baseline="0">
                <a:solidFill>
                  <a:schemeClr val="tx1"/>
                </a:solidFill>
                <a:latin typeface="Arial Narrow" panose="020B0606020202030204" pitchFamily="34" charset="0"/>
              </a:defRPr>
            </a:lvl1pPr>
          </a:lstStyle>
          <a:p>
            <a:pPr lvl="0"/>
            <a:r>
              <a:rPr lang="en-US" dirty="0"/>
              <a:t>HEADING (42PT, UPPER CASE)</a:t>
            </a:r>
          </a:p>
        </p:txBody>
      </p:sp>
      <p:sp>
        <p:nvSpPr>
          <p:cNvPr id="40" name="Text Placeholder 17"/>
          <p:cNvSpPr>
            <a:spLocks noGrp="1"/>
          </p:cNvSpPr>
          <p:nvPr>
            <p:ph type="body" sz="quarter" idx="14" hasCustomPrompt="1"/>
          </p:nvPr>
        </p:nvSpPr>
        <p:spPr>
          <a:xfrm>
            <a:off x="306060" y="1729723"/>
            <a:ext cx="10809615" cy="401647"/>
          </a:xfrm>
          <a:prstGeom prst="rect">
            <a:avLst/>
          </a:prstGeom>
        </p:spPr>
        <p:txBody>
          <a:bodyPr/>
          <a:lstStyle>
            <a:lvl1pPr marL="0" indent="0">
              <a:buNone/>
              <a:defRPr sz="2000" b="1" baseline="0">
                <a:solidFill>
                  <a:schemeClr val="tx1"/>
                </a:solidFill>
                <a:latin typeface="Arial Narrow" panose="020B0606020202030204" pitchFamily="34" charset="0"/>
              </a:defRPr>
            </a:lvl1pPr>
          </a:lstStyle>
          <a:p>
            <a:r>
              <a:rPr lang="en-AU" dirty="0"/>
              <a:t>INTRO HEADING 1 (20PT, ARIAL NARROW, UPPER CASE)</a:t>
            </a:r>
          </a:p>
        </p:txBody>
      </p:sp>
      <p:sp>
        <p:nvSpPr>
          <p:cNvPr id="41" name="Text Placeholder 17"/>
          <p:cNvSpPr>
            <a:spLocks noGrp="1"/>
          </p:cNvSpPr>
          <p:nvPr>
            <p:ph type="body" sz="quarter" idx="16" hasCustomPrompt="1"/>
          </p:nvPr>
        </p:nvSpPr>
        <p:spPr>
          <a:xfrm>
            <a:off x="300211" y="2097681"/>
            <a:ext cx="10815464" cy="3299167"/>
          </a:xfrm>
          <a:prstGeom prst="rect">
            <a:avLst/>
          </a:prstGeom>
        </p:spPr>
        <p:txBody>
          <a:bodyPr/>
          <a:lstStyle>
            <a:lvl1pPr marL="342900" indent="-342900">
              <a:buFont typeface="Arial" panose="020B0604020202020204" pitchFamily="34" charset="0"/>
              <a:buChar char="•"/>
              <a:defRPr sz="2000" b="0" baseline="0">
                <a:solidFill>
                  <a:schemeClr val="tx1"/>
                </a:solidFill>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sz="1600"/>
            </a:lvl2pPr>
            <a:lvl3pPr marL="1143000" indent="-228600">
              <a:buFont typeface="Wingdings" panose="05000000000000000000" pitchFamily="2" charset="2"/>
              <a:buChar char="§"/>
              <a:defRPr sz="1400"/>
            </a:lvl3pPr>
          </a:lstStyle>
          <a:p>
            <a:r>
              <a:rPr lang="en-AU" dirty="0"/>
              <a:t>Body copy (20pt, Arial) </a:t>
            </a:r>
          </a:p>
          <a:p>
            <a:r>
              <a:rPr lang="en-AU" dirty="0"/>
              <a:t>Level 1 bullet list (20pt, Arial)</a:t>
            </a:r>
          </a:p>
          <a:p>
            <a:pPr lvl="1"/>
            <a:r>
              <a:rPr lang="en-AU" dirty="0"/>
              <a:t>Level 2 bullet list (16pt, Arial)</a:t>
            </a:r>
          </a:p>
          <a:p>
            <a:pPr lvl="2"/>
            <a:r>
              <a:rPr lang="en-AU" dirty="0"/>
              <a:t>Level 3 bullet list (14pt, Arial)</a:t>
            </a:r>
          </a:p>
          <a:p>
            <a:endParaRPr lang="en-AU" dirty="0"/>
          </a:p>
          <a:p>
            <a:endParaRPr lang="en-AU" dirty="0"/>
          </a:p>
        </p:txBody>
      </p:sp>
      <p:pic>
        <p:nvPicPr>
          <p:cNvPr id="24" name="Picture 2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05267" y="6373900"/>
            <a:ext cx="1267288" cy="368735"/>
          </a:xfrm>
          <a:prstGeom prst="rect">
            <a:avLst/>
          </a:prstGeom>
        </p:spPr>
      </p:pic>
      <p:sp>
        <p:nvSpPr>
          <p:cNvPr id="5" name="Rectangle 4"/>
          <p:cNvSpPr/>
          <p:nvPr userDrawn="1"/>
        </p:nvSpPr>
        <p:spPr>
          <a:xfrm>
            <a:off x="0" y="6006108"/>
            <a:ext cx="12192000" cy="870942"/>
          </a:xfrm>
          <a:prstGeom prst="rect">
            <a:avLst/>
          </a:prstGeom>
          <a:solidFill>
            <a:srgbClr val="D2D2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7" name="Picture 1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342459" y="6329169"/>
            <a:ext cx="1262009" cy="367200"/>
          </a:xfrm>
          <a:prstGeom prst="rect">
            <a:avLst/>
          </a:prstGeom>
        </p:spPr>
      </p:pic>
    </p:spTree>
    <p:extLst>
      <p:ext uri="{BB962C8B-B14F-4D97-AF65-F5344CB8AC3E}">
        <p14:creationId xmlns:p14="http://schemas.microsoft.com/office/powerpoint/2010/main" val="32407525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slide copy_texture">
    <p:spTree>
      <p:nvGrpSpPr>
        <p:cNvPr id="1" name=""/>
        <p:cNvGrpSpPr/>
        <p:nvPr/>
      </p:nvGrpSpPr>
      <p:grpSpPr>
        <a:xfrm>
          <a:off x="0" y="0"/>
          <a:ext cx="0" cy="0"/>
          <a:chOff x="0" y="0"/>
          <a:chExt cx="0" cy="0"/>
        </a:xfrm>
      </p:grpSpPr>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867" y="6397304"/>
            <a:ext cx="1267288" cy="368735"/>
          </a:xfrm>
          <a:prstGeom prst="rect">
            <a:avLst/>
          </a:prstGeom>
        </p:spPr>
      </p:pic>
      <p:sp>
        <p:nvSpPr>
          <p:cNvPr id="3" name="Rectangle 2"/>
          <p:cNvSpPr/>
          <p:nvPr userDrawn="1"/>
        </p:nvSpPr>
        <p:spPr>
          <a:xfrm>
            <a:off x="219075" y="85725"/>
            <a:ext cx="2771775" cy="1162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 Placeholder 17"/>
          <p:cNvSpPr>
            <a:spLocks noGrp="1"/>
          </p:cNvSpPr>
          <p:nvPr>
            <p:ph type="body" sz="quarter" idx="11" hasCustomPrompt="1"/>
          </p:nvPr>
        </p:nvSpPr>
        <p:spPr>
          <a:xfrm>
            <a:off x="306060" y="978761"/>
            <a:ext cx="7451725" cy="466468"/>
          </a:xfrm>
          <a:prstGeom prst="rect">
            <a:avLst/>
          </a:prstGeom>
        </p:spPr>
        <p:txBody>
          <a:bodyPr/>
          <a:lstStyle>
            <a:lvl1pPr marL="0" indent="0">
              <a:buNone/>
              <a:defRPr sz="2400">
                <a:solidFill>
                  <a:schemeClr val="tx1"/>
                </a:solidFill>
                <a:latin typeface="Arial Narrow" panose="020B0606020202030204" pitchFamily="34" charset="0"/>
              </a:defRPr>
            </a:lvl1pPr>
          </a:lstStyle>
          <a:p>
            <a:r>
              <a:rPr lang="en-AU" dirty="0"/>
              <a:t>SUB HEADING (24PT, UPPER CASE)</a:t>
            </a:r>
            <a:endParaRPr lang="en-US" dirty="0"/>
          </a:p>
        </p:txBody>
      </p:sp>
      <p:sp>
        <p:nvSpPr>
          <p:cNvPr id="39" name="Text Placeholder 22"/>
          <p:cNvSpPr>
            <a:spLocks noGrp="1"/>
          </p:cNvSpPr>
          <p:nvPr>
            <p:ph type="body" sz="quarter" idx="13" hasCustomPrompt="1"/>
          </p:nvPr>
        </p:nvSpPr>
        <p:spPr>
          <a:xfrm>
            <a:off x="306060" y="326309"/>
            <a:ext cx="7452026" cy="736956"/>
          </a:xfrm>
          <a:prstGeom prst="rect">
            <a:avLst/>
          </a:prstGeom>
        </p:spPr>
        <p:txBody>
          <a:bodyPr/>
          <a:lstStyle>
            <a:lvl1pPr marL="0" indent="0">
              <a:buNone/>
              <a:defRPr sz="4200" b="1" baseline="0">
                <a:solidFill>
                  <a:schemeClr val="tx1"/>
                </a:solidFill>
                <a:latin typeface="Arial Narrow" panose="020B0606020202030204" pitchFamily="34" charset="0"/>
              </a:defRPr>
            </a:lvl1pPr>
          </a:lstStyle>
          <a:p>
            <a:pPr lvl="0"/>
            <a:r>
              <a:rPr lang="en-US" dirty="0"/>
              <a:t>HEADING (42PT, UPPER CASE)</a:t>
            </a:r>
          </a:p>
        </p:txBody>
      </p:sp>
      <p:sp>
        <p:nvSpPr>
          <p:cNvPr id="40" name="Text Placeholder 17"/>
          <p:cNvSpPr>
            <a:spLocks noGrp="1"/>
          </p:cNvSpPr>
          <p:nvPr>
            <p:ph type="body" sz="quarter" idx="14" hasCustomPrompt="1"/>
          </p:nvPr>
        </p:nvSpPr>
        <p:spPr>
          <a:xfrm>
            <a:off x="306060" y="1729723"/>
            <a:ext cx="10809615" cy="401647"/>
          </a:xfrm>
          <a:prstGeom prst="rect">
            <a:avLst/>
          </a:prstGeom>
        </p:spPr>
        <p:txBody>
          <a:bodyPr/>
          <a:lstStyle>
            <a:lvl1pPr marL="0" indent="0">
              <a:buNone/>
              <a:defRPr sz="2000" b="1" baseline="0">
                <a:solidFill>
                  <a:schemeClr val="tx1"/>
                </a:solidFill>
                <a:latin typeface="Arial Narrow" panose="020B0606020202030204" pitchFamily="34" charset="0"/>
              </a:defRPr>
            </a:lvl1pPr>
          </a:lstStyle>
          <a:p>
            <a:r>
              <a:rPr lang="en-AU" dirty="0"/>
              <a:t>INTRO HEADING 1 (20PT, ARIAL NARROW, UPPER CASE)</a:t>
            </a:r>
          </a:p>
        </p:txBody>
      </p:sp>
      <p:pic>
        <p:nvPicPr>
          <p:cNvPr id="24" name="Picture 2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05267" y="6373900"/>
            <a:ext cx="1267288" cy="368735"/>
          </a:xfrm>
          <a:prstGeom prst="rect">
            <a:avLst/>
          </a:prstGeom>
        </p:spPr>
      </p:pic>
      <p:sp>
        <p:nvSpPr>
          <p:cNvPr id="5" name="Rectangle 4"/>
          <p:cNvSpPr/>
          <p:nvPr userDrawn="1"/>
        </p:nvSpPr>
        <p:spPr>
          <a:xfrm>
            <a:off x="0" y="6006108"/>
            <a:ext cx="12192000" cy="870942"/>
          </a:xfrm>
          <a:prstGeom prst="rect">
            <a:avLst/>
          </a:prstGeom>
          <a:blipFill dpi="0" rotWithShape="1">
            <a:blip r:embed="rId3"/>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90967" y="6298367"/>
            <a:ext cx="1267288" cy="368735"/>
          </a:xfrm>
          <a:prstGeom prst="rect">
            <a:avLst/>
          </a:prstGeom>
        </p:spPr>
      </p:pic>
      <p:sp>
        <p:nvSpPr>
          <p:cNvPr id="12" name="Text Placeholder 17">
            <a:extLst>
              <a:ext uri="{FF2B5EF4-FFF2-40B4-BE49-F238E27FC236}">
                <a16:creationId xmlns:a16="http://schemas.microsoft.com/office/drawing/2014/main" xmlns="" id="{3B205BC4-90F4-41C2-9740-8B9731D9D192}"/>
              </a:ext>
            </a:extLst>
          </p:cNvPr>
          <p:cNvSpPr>
            <a:spLocks noGrp="1"/>
          </p:cNvSpPr>
          <p:nvPr>
            <p:ph type="body" sz="quarter" idx="16" hasCustomPrompt="1"/>
          </p:nvPr>
        </p:nvSpPr>
        <p:spPr>
          <a:xfrm>
            <a:off x="300211" y="2097681"/>
            <a:ext cx="10815464" cy="3299167"/>
          </a:xfrm>
          <a:prstGeom prst="rect">
            <a:avLst/>
          </a:prstGeom>
        </p:spPr>
        <p:txBody>
          <a:bodyPr/>
          <a:lstStyle>
            <a:lvl1pPr marL="342900" indent="-342900">
              <a:buFont typeface="Arial" panose="020B0604020202020204" pitchFamily="34" charset="0"/>
              <a:buChar char="•"/>
              <a:defRPr sz="2000" b="0" baseline="0">
                <a:solidFill>
                  <a:schemeClr val="tx1"/>
                </a:solidFill>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sz="1600"/>
            </a:lvl2pPr>
            <a:lvl3pPr marL="1143000" indent="-228600">
              <a:buFont typeface="Wingdings" panose="05000000000000000000" pitchFamily="2" charset="2"/>
              <a:buChar char="§"/>
              <a:defRPr sz="1400"/>
            </a:lvl3pPr>
          </a:lstStyle>
          <a:p>
            <a:r>
              <a:rPr lang="en-AU" dirty="0"/>
              <a:t>Body copy (20pt, Arial) </a:t>
            </a:r>
          </a:p>
          <a:p>
            <a:r>
              <a:rPr lang="en-AU" dirty="0"/>
              <a:t>Level 1 bullet list (20pt, Arial)</a:t>
            </a:r>
          </a:p>
          <a:p>
            <a:pPr lvl="1"/>
            <a:r>
              <a:rPr lang="en-AU" dirty="0"/>
              <a:t>Level 2 bullet list (16pt, Arial)</a:t>
            </a:r>
          </a:p>
          <a:p>
            <a:pPr lvl="2"/>
            <a:r>
              <a:rPr lang="en-AU" dirty="0"/>
              <a:t>Level 3 bullet list (14pt, Arial)</a:t>
            </a:r>
          </a:p>
          <a:p>
            <a:endParaRPr lang="en-AU" dirty="0"/>
          </a:p>
          <a:p>
            <a:endParaRPr lang="en-AU" dirty="0"/>
          </a:p>
        </p:txBody>
      </p:sp>
    </p:spTree>
    <p:extLst>
      <p:ext uri="{BB962C8B-B14F-4D97-AF65-F5344CB8AC3E}">
        <p14:creationId xmlns:p14="http://schemas.microsoft.com/office/powerpoint/2010/main" val="14155956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slide copy_texture option 2">
    <p:spTree>
      <p:nvGrpSpPr>
        <p:cNvPr id="1" name=""/>
        <p:cNvGrpSpPr/>
        <p:nvPr/>
      </p:nvGrpSpPr>
      <p:grpSpPr>
        <a:xfrm>
          <a:off x="0" y="0"/>
          <a:ext cx="0" cy="0"/>
          <a:chOff x="0" y="0"/>
          <a:chExt cx="0" cy="0"/>
        </a:xfrm>
      </p:grpSpPr>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867" y="6397304"/>
            <a:ext cx="1267288" cy="368735"/>
          </a:xfrm>
          <a:prstGeom prst="rect">
            <a:avLst/>
          </a:prstGeom>
        </p:spPr>
      </p:pic>
      <p:sp>
        <p:nvSpPr>
          <p:cNvPr id="3" name="Rectangle 2"/>
          <p:cNvSpPr/>
          <p:nvPr userDrawn="1"/>
        </p:nvSpPr>
        <p:spPr>
          <a:xfrm>
            <a:off x="219075" y="85725"/>
            <a:ext cx="2771775" cy="1162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 Placeholder 17"/>
          <p:cNvSpPr>
            <a:spLocks noGrp="1"/>
          </p:cNvSpPr>
          <p:nvPr>
            <p:ph type="body" sz="quarter" idx="11" hasCustomPrompt="1"/>
          </p:nvPr>
        </p:nvSpPr>
        <p:spPr>
          <a:xfrm>
            <a:off x="306060" y="978761"/>
            <a:ext cx="7451725" cy="466468"/>
          </a:xfrm>
          <a:prstGeom prst="rect">
            <a:avLst/>
          </a:prstGeom>
        </p:spPr>
        <p:txBody>
          <a:bodyPr/>
          <a:lstStyle>
            <a:lvl1pPr marL="0" indent="0">
              <a:buNone/>
              <a:defRPr sz="2400">
                <a:solidFill>
                  <a:schemeClr val="tx1"/>
                </a:solidFill>
                <a:latin typeface="Arial Narrow" panose="020B0606020202030204" pitchFamily="34" charset="0"/>
              </a:defRPr>
            </a:lvl1pPr>
          </a:lstStyle>
          <a:p>
            <a:r>
              <a:rPr lang="en-AU" dirty="0"/>
              <a:t>SUB HEADING (24PT, UPPER CASE)</a:t>
            </a:r>
            <a:endParaRPr lang="en-US" dirty="0"/>
          </a:p>
        </p:txBody>
      </p:sp>
      <p:sp>
        <p:nvSpPr>
          <p:cNvPr id="39" name="Text Placeholder 22"/>
          <p:cNvSpPr>
            <a:spLocks noGrp="1"/>
          </p:cNvSpPr>
          <p:nvPr>
            <p:ph type="body" sz="quarter" idx="13" hasCustomPrompt="1"/>
          </p:nvPr>
        </p:nvSpPr>
        <p:spPr>
          <a:xfrm>
            <a:off x="306060" y="326309"/>
            <a:ext cx="7452026" cy="736956"/>
          </a:xfrm>
          <a:prstGeom prst="rect">
            <a:avLst/>
          </a:prstGeom>
        </p:spPr>
        <p:txBody>
          <a:bodyPr/>
          <a:lstStyle>
            <a:lvl1pPr marL="0" indent="0">
              <a:buNone/>
              <a:defRPr sz="4200" b="1" baseline="0">
                <a:solidFill>
                  <a:schemeClr val="tx1"/>
                </a:solidFill>
                <a:latin typeface="Arial Narrow" panose="020B0606020202030204" pitchFamily="34" charset="0"/>
              </a:defRPr>
            </a:lvl1pPr>
          </a:lstStyle>
          <a:p>
            <a:pPr lvl="0"/>
            <a:r>
              <a:rPr lang="en-US" dirty="0"/>
              <a:t>HEADING (42PT, UPPER CASE)</a:t>
            </a:r>
          </a:p>
        </p:txBody>
      </p:sp>
      <p:sp>
        <p:nvSpPr>
          <p:cNvPr id="40" name="Text Placeholder 17"/>
          <p:cNvSpPr>
            <a:spLocks noGrp="1"/>
          </p:cNvSpPr>
          <p:nvPr>
            <p:ph type="body" sz="quarter" idx="14" hasCustomPrompt="1"/>
          </p:nvPr>
        </p:nvSpPr>
        <p:spPr>
          <a:xfrm>
            <a:off x="306060" y="1729723"/>
            <a:ext cx="10809615" cy="401647"/>
          </a:xfrm>
          <a:prstGeom prst="rect">
            <a:avLst/>
          </a:prstGeom>
        </p:spPr>
        <p:txBody>
          <a:bodyPr/>
          <a:lstStyle>
            <a:lvl1pPr marL="0" indent="0">
              <a:buNone/>
              <a:defRPr sz="2000" b="1" baseline="0">
                <a:solidFill>
                  <a:schemeClr val="tx1"/>
                </a:solidFill>
                <a:latin typeface="Arial Narrow" panose="020B0606020202030204" pitchFamily="34" charset="0"/>
              </a:defRPr>
            </a:lvl1pPr>
          </a:lstStyle>
          <a:p>
            <a:r>
              <a:rPr lang="en-AU" dirty="0"/>
              <a:t>INTRO HEADING 1 (20PT, ARIAL NARROW, UPPER CASE)</a:t>
            </a:r>
          </a:p>
        </p:txBody>
      </p:sp>
      <p:sp>
        <p:nvSpPr>
          <p:cNvPr id="19" name="Rectangle 18"/>
          <p:cNvSpPr/>
          <p:nvPr userDrawn="1"/>
        </p:nvSpPr>
        <p:spPr>
          <a:xfrm>
            <a:off x="9993085" y="-19049"/>
            <a:ext cx="123825" cy="11909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4" name="Picture 2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05267" y="6373900"/>
            <a:ext cx="1267288" cy="368735"/>
          </a:xfrm>
          <a:prstGeom prst="rect">
            <a:avLst/>
          </a:prstGeom>
        </p:spPr>
      </p:pic>
      <p:pic>
        <p:nvPicPr>
          <p:cNvPr id="30" name="Picture 2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0914" y="6404379"/>
            <a:ext cx="1267288" cy="368735"/>
          </a:xfrm>
          <a:prstGeom prst="rect">
            <a:avLst/>
          </a:prstGeom>
        </p:spPr>
      </p:pic>
      <p:sp>
        <p:nvSpPr>
          <p:cNvPr id="21" name="Isosceles Triangle 20"/>
          <p:cNvSpPr/>
          <p:nvPr userDrawn="1"/>
        </p:nvSpPr>
        <p:spPr>
          <a:xfrm rot="16200000" flipH="1">
            <a:off x="8957587" y="-680357"/>
            <a:ext cx="2562223" cy="3884848"/>
          </a:xfrm>
          <a:prstGeom prst="triangle">
            <a:avLst>
              <a:gd name="adj" fmla="val 0"/>
            </a:avLst>
          </a:prstGeom>
          <a:blipFill dpi="0" rotWithShape="0">
            <a:blip r:embed="rId3"/>
            <a:srcRect/>
            <a:tile tx="76200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6" name="Picture 2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42459" y="6329169"/>
            <a:ext cx="1262009" cy="367200"/>
          </a:xfrm>
          <a:prstGeom prst="rect">
            <a:avLst/>
          </a:prstGeom>
        </p:spPr>
      </p:pic>
      <p:sp>
        <p:nvSpPr>
          <p:cNvPr id="13" name="Text Placeholder 17">
            <a:extLst>
              <a:ext uri="{FF2B5EF4-FFF2-40B4-BE49-F238E27FC236}">
                <a16:creationId xmlns:a16="http://schemas.microsoft.com/office/drawing/2014/main" xmlns="" id="{C916FAF3-DF47-4D39-B6F1-D0B18A97188A}"/>
              </a:ext>
            </a:extLst>
          </p:cNvPr>
          <p:cNvSpPr>
            <a:spLocks noGrp="1"/>
          </p:cNvSpPr>
          <p:nvPr>
            <p:ph type="body" sz="quarter" idx="16" hasCustomPrompt="1"/>
          </p:nvPr>
        </p:nvSpPr>
        <p:spPr>
          <a:xfrm>
            <a:off x="300211" y="2097681"/>
            <a:ext cx="10815464" cy="3299167"/>
          </a:xfrm>
          <a:prstGeom prst="rect">
            <a:avLst/>
          </a:prstGeom>
        </p:spPr>
        <p:txBody>
          <a:bodyPr/>
          <a:lstStyle>
            <a:lvl1pPr marL="342900" indent="-342900">
              <a:buFont typeface="Arial" panose="020B0604020202020204" pitchFamily="34" charset="0"/>
              <a:buChar char="•"/>
              <a:defRPr sz="2000" b="0" baseline="0">
                <a:solidFill>
                  <a:schemeClr val="tx1"/>
                </a:solidFill>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sz="1600"/>
            </a:lvl2pPr>
            <a:lvl3pPr marL="1143000" indent="-228600">
              <a:buFont typeface="Wingdings" panose="05000000000000000000" pitchFamily="2" charset="2"/>
              <a:buChar char="§"/>
              <a:defRPr sz="1400"/>
            </a:lvl3pPr>
          </a:lstStyle>
          <a:p>
            <a:r>
              <a:rPr lang="en-AU" dirty="0"/>
              <a:t>Body copy (20pt, Arial) </a:t>
            </a:r>
          </a:p>
          <a:p>
            <a:r>
              <a:rPr lang="en-AU" dirty="0"/>
              <a:t>Level 1 bullet list (20pt, Arial)</a:t>
            </a:r>
          </a:p>
          <a:p>
            <a:pPr lvl="1"/>
            <a:r>
              <a:rPr lang="en-AU" dirty="0"/>
              <a:t>Level 2 bullet list (16pt, Arial)</a:t>
            </a:r>
          </a:p>
          <a:p>
            <a:pPr lvl="2"/>
            <a:r>
              <a:rPr lang="en-AU" dirty="0"/>
              <a:t>Level 3 bullet list (14pt, Arial)</a:t>
            </a:r>
          </a:p>
          <a:p>
            <a:endParaRPr lang="en-AU" dirty="0"/>
          </a:p>
          <a:p>
            <a:endParaRPr lang="en-AU" dirty="0"/>
          </a:p>
        </p:txBody>
      </p:sp>
    </p:spTree>
    <p:extLst>
      <p:ext uri="{BB962C8B-B14F-4D97-AF65-F5344CB8AC3E}">
        <p14:creationId xmlns:p14="http://schemas.microsoft.com/office/powerpoint/2010/main" val="33904648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slide copy_texture option 3">
    <p:spTree>
      <p:nvGrpSpPr>
        <p:cNvPr id="1" name=""/>
        <p:cNvGrpSpPr/>
        <p:nvPr/>
      </p:nvGrpSpPr>
      <p:grpSpPr>
        <a:xfrm>
          <a:off x="0" y="0"/>
          <a:ext cx="0" cy="0"/>
          <a:chOff x="0" y="0"/>
          <a:chExt cx="0" cy="0"/>
        </a:xfrm>
      </p:grpSpPr>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2867" y="6397304"/>
            <a:ext cx="1267288" cy="368735"/>
          </a:xfrm>
          <a:prstGeom prst="rect">
            <a:avLst/>
          </a:prstGeom>
        </p:spPr>
      </p:pic>
      <p:sp>
        <p:nvSpPr>
          <p:cNvPr id="3" name="Rectangle 2"/>
          <p:cNvSpPr/>
          <p:nvPr userDrawn="1"/>
        </p:nvSpPr>
        <p:spPr>
          <a:xfrm>
            <a:off x="219075" y="85725"/>
            <a:ext cx="2771775" cy="1162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 Placeholder 17"/>
          <p:cNvSpPr>
            <a:spLocks noGrp="1"/>
          </p:cNvSpPr>
          <p:nvPr>
            <p:ph type="body" sz="quarter" idx="11" hasCustomPrompt="1"/>
          </p:nvPr>
        </p:nvSpPr>
        <p:spPr>
          <a:xfrm>
            <a:off x="306060" y="978761"/>
            <a:ext cx="7451725" cy="466468"/>
          </a:xfrm>
          <a:prstGeom prst="rect">
            <a:avLst/>
          </a:prstGeom>
        </p:spPr>
        <p:txBody>
          <a:bodyPr/>
          <a:lstStyle>
            <a:lvl1pPr marL="0" indent="0">
              <a:buNone/>
              <a:defRPr sz="2400">
                <a:solidFill>
                  <a:schemeClr val="tx1"/>
                </a:solidFill>
                <a:latin typeface="Arial Narrow" panose="020B0606020202030204" pitchFamily="34" charset="0"/>
              </a:defRPr>
            </a:lvl1pPr>
          </a:lstStyle>
          <a:p>
            <a:r>
              <a:rPr lang="en-AU" dirty="0"/>
              <a:t>SUB HEADING (24PT, UPPER CASE)</a:t>
            </a:r>
            <a:endParaRPr lang="en-US" dirty="0"/>
          </a:p>
        </p:txBody>
      </p:sp>
      <p:sp>
        <p:nvSpPr>
          <p:cNvPr id="39" name="Text Placeholder 22"/>
          <p:cNvSpPr>
            <a:spLocks noGrp="1"/>
          </p:cNvSpPr>
          <p:nvPr>
            <p:ph type="body" sz="quarter" idx="13" hasCustomPrompt="1"/>
          </p:nvPr>
        </p:nvSpPr>
        <p:spPr>
          <a:xfrm>
            <a:off x="306060" y="326309"/>
            <a:ext cx="7452026" cy="736956"/>
          </a:xfrm>
          <a:prstGeom prst="rect">
            <a:avLst/>
          </a:prstGeom>
        </p:spPr>
        <p:txBody>
          <a:bodyPr/>
          <a:lstStyle>
            <a:lvl1pPr marL="0" indent="0">
              <a:buNone/>
              <a:defRPr sz="4200" b="1" baseline="0">
                <a:solidFill>
                  <a:schemeClr val="tx1"/>
                </a:solidFill>
                <a:latin typeface="Arial Narrow" panose="020B0606020202030204" pitchFamily="34" charset="0"/>
              </a:defRPr>
            </a:lvl1pPr>
          </a:lstStyle>
          <a:p>
            <a:pPr lvl="0"/>
            <a:r>
              <a:rPr lang="en-US" dirty="0"/>
              <a:t>HEADING (42PT, UPPER CASE)</a:t>
            </a:r>
          </a:p>
        </p:txBody>
      </p:sp>
      <p:sp>
        <p:nvSpPr>
          <p:cNvPr id="40" name="Text Placeholder 17"/>
          <p:cNvSpPr>
            <a:spLocks noGrp="1"/>
          </p:cNvSpPr>
          <p:nvPr>
            <p:ph type="body" sz="quarter" idx="14" hasCustomPrompt="1"/>
          </p:nvPr>
        </p:nvSpPr>
        <p:spPr>
          <a:xfrm>
            <a:off x="306060" y="1729723"/>
            <a:ext cx="10809615" cy="401647"/>
          </a:xfrm>
          <a:prstGeom prst="rect">
            <a:avLst/>
          </a:prstGeom>
        </p:spPr>
        <p:txBody>
          <a:bodyPr/>
          <a:lstStyle>
            <a:lvl1pPr marL="0" indent="0">
              <a:buNone/>
              <a:defRPr sz="2000" b="1" baseline="0">
                <a:solidFill>
                  <a:schemeClr val="tx1"/>
                </a:solidFill>
                <a:latin typeface="Arial Narrow" panose="020B0606020202030204" pitchFamily="34" charset="0"/>
              </a:defRPr>
            </a:lvl1pPr>
          </a:lstStyle>
          <a:p>
            <a:r>
              <a:rPr lang="en-AU" dirty="0"/>
              <a:t>INTRO HEADING 1 (20PT, ARIAL NARROW, UPPER CASE)</a:t>
            </a:r>
          </a:p>
        </p:txBody>
      </p:sp>
      <p:pic>
        <p:nvPicPr>
          <p:cNvPr id="24" name="Picture 2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05267" y="6373900"/>
            <a:ext cx="1267288" cy="368735"/>
          </a:xfrm>
          <a:prstGeom prst="rect">
            <a:avLst/>
          </a:prstGeom>
        </p:spPr>
      </p:pic>
      <p:pic>
        <p:nvPicPr>
          <p:cNvPr id="30" name="Picture 2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0914" y="6404379"/>
            <a:ext cx="1267288" cy="368735"/>
          </a:xfrm>
          <a:prstGeom prst="rect">
            <a:avLst/>
          </a:prstGeom>
        </p:spPr>
      </p:pic>
      <p:sp>
        <p:nvSpPr>
          <p:cNvPr id="21" name="Isosceles Triangle 20"/>
          <p:cNvSpPr/>
          <p:nvPr userDrawn="1"/>
        </p:nvSpPr>
        <p:spPr>
          <a:xfrm rot="16200000" flipV="1">
            <a:off x="558815" y="4317983"/>
            <a:ext cx="2000250" cy="3117884"/>
          </a:xfrm>
          <a:prstGeom prst="triangle">
            <a:avLst>
              <a:gd name="adj" fmla="val 0"/>
            </a:avLst>
          </a:prstGeom>
          <a:blipFill dpi="0" rotWithShape="0">
            <a:blip r:embed="rId3"/>
            <a:srcRect/>
            <a:tile tx="762000" ty="0" sx="50000" sy="50000" flip="none" algn="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Freeform 24"/>
          <p:cNvSpPr/>
          <p:nvPr userDrawn="1"/>
        </p:nvSpPr>
        <p:spPr>
          <a:xfrm flipH="1">
            <a:off x="-1" y="4876800"/>
            <a:ext cx="1176335" cy="1962472"/>
          </a:xfrm>
          <a:custGeom>
            <a:avLst/>
            <a:gdLst>
              <a:gd name="connsiteX0" fmla="*/ 0 w 1485900"/>
              <a:gd name="connsiteY0" fmla="*/ 0 h 6877050"/>
              <a:gd name="connsiteX1" fmla="*/ 1485900 w 1485900"/>
              <a:gd name="connsiteY1" fmla="*/ 19050 h 6877050"/>
              <a:gd name="connsiteX2" fmla="*/ 1485900 w 1485900"/>
              <a:gd name="connsiteY2" fmla="*/ 6877050 h 6877050"/>
              <a:gd name="connsiteX3" fmla="*/ 1457325 w 1485900"/>
              <a:gd name="connsiteY3" fmla="*/ 6858000 h 6877050"/>
              <a:gd name="connsiteX4" fmla="*/ 0 w 1485900"/>
              <a:gd name="connsiteY4" fmla="*/ 0 h 6877050"/>
              <a:gd name="connsiteX0" fmla="*/ 0 w 1485900"/>
              <a:gd name="connsiteY0" fmla="*/ 0 h 6877050"/>
              <a:gd name="connsiteX1" fmla="*/ 1485900 w 1485900"/>
              <a:gd name="connsiteY1" fmla="*/ 19050 h 6877050"/>
              <a:gd name="connsiteX2" fmla="*/ 1485900 w 1485900"/>
              <a:gd name="connsiteY2" fmla="*/ 6877050 h 6877050"/>
              <a:gd name="connsiteX3" fmla="*/ 1438275 w 1485900"/>
              <a:gd name="connsiteY3" fmla="*/ 6858000 h 6877050"/>
              <a:gd name="connsiteX4" fmla="*/ 0 w 1485900"/>
              <a:gd name="connsiteY4" fmla="*/ 0 h 6877050"/>
              <a:gd name="connsiteX0" fmla="*/ 0 w 1485900"/>
              <a:gd name="connsiteY0" fmla="*/ 0 h 6886575"/>
              <a:gd name="connsiteX1" fmla="*/ 1485900 w 1485900"/>
              <a:gd name="connsiteY1" fmla="*/ 19050 h 6886575"/>
              <a:gd name="connsiteX2" fmla="*/ 1485900 w 1485900"/>
              <a:gd name="connsiteY2" fmla="*/ 6877050 h 6886575"/>
              <a:gd name="connsiteX3" fmla="*/ 1438275 w 1485900"/>
              <a:gd name="connsiteY3" fmla="*/ 6886575 h 6886575"/>
              <a:gd name="connsiteX4" fmla="*/ 0 w 1485900"/>
              <a:gd name="connsiteY4" fmla="*/ 0 h 6886575"/>
              <a:gd name="connsiteX0" fmla="*/ 0 w 1495425"/>
              <a:gd name="connsiteY0" fmla="*/ 1417188 h 8303763"/>
              <a:gd name="connsiteX1" fmla="*/ 1495425 w 1495425"/>
              <a:gd name="connsiteY1" fmla="*/ 0 h 8303763"/>
              <a:gd name="connsiteX2" fmla="*/ 1485900 w 1495425"/>
              <a:gd name="connsiteY2" fmla="*/ 8294238 h 8303763"/>
              <a:gd name="connsiteX3" fmla="*/ 1438275 w 1495425"/>
              <a:gd name="connsiteY3" fmla="*/ 8303763 h 8303763"/>
              <a:gd name="connsiteX4" fmla="*/ 0 w 1495425"/>
              <a:gd name="connsiteY4" fmla="*/ 1417188 h 8303763"/>
              <a:gd name="connsiteX0" fmla="*/ 0 w 1543050"/>
              <a:gd name="connsiteY0" fmla="*/ 1159402 h 8303763"/>
              <a:gd name="connsiteX1" fmla="*/ 1543050 w 1543050"/>
              <a:gd name="connsiteY1" fmla="*/ 0 h 8303763"/>
              <a:gd name="connsiteX2" fmla="*/ 1533525 w 1543050"/>
              <a:gd name="connsiteY2" fmla="*/ 8294238 h 8303763"/>
              <a:gd name="connsiteX3" fmla="*/ 1485900 w 1543050"/>
              <a:gd name="connsiteY3" fmla="*/ 8303763 h 8303763"/>
              <a:gd name="connsiteX4" fmla="*/ 0 w 1543050"/>
              <a:gd name="connsiteY4" fmla="*/ 1159402 h 8303763"/>
              <a:gd name="connsiteX0" fmla="*/ 0 w 1533525"/>
              <a:gd name="connsiteY0" fmla="*/ 2374680 h 9519041"/>
              <a:gd name="connsiteX1" fmla="*/ 1514475 w 1533525"/>
              <a:gd name="connsiteY1" fmla="*/ 0 h 9519041"/>
              <a:gd name="connsiteX2" fmla="*/ 1533525 w 1533525"/>
              <a:gd name="connsiteY2" fmla="*/ 9509516 h 9519041"/>
              <a:gd name="connsiteX3" fmla="*/ 1485900 w 1533525"/>
              <a:gd name="connsiteY3" fmla="*/ 9519041 h 9519041"/>
              <a:gd name="connsiteX4" fmla="*/ 0 w 1533525"/>
              <a:gd name="connsiteY4" fmla="*/ 2374680 h 9519041"/>
              <a:gd name="connsiteX0" fmla="*/ 0 w 1362075"/>
              <a:gd name="connsiteY0" fmla="*/ 54604 h 9519041"/>
              <a:gd name="connsiteX1" fmla="*/ 1343025 w 1362075"/>
              <a:gd name="connsiteY1" fmla="*/ 0 h 9519041"/>
              <a:gd name="connsiteX2" fmla="*/ 1362075 w 1362075"/>
              <a:gd name="connsiteY2" fmla="*/ 9509516 h 9519041"/>
              <a:gd name="connsiteX3" fmla="*/ 1314450 w 1362075"/>
              <a:gd name="connsiteY3" fmla="*/ 9519041 h 9519041"/>
              <a:gd name="connsiteX4" fmla="*/ 0 w 1362075"/>
              <a:gd name="connsiteY4" fmla="*/ 54604 h 9519041"/>
              <a:gd name="connsiteX0" fmla="*/ 0 w 2209800"/>
              <a:gd name="connsiteY0" fmla="*/ 17777 h 9519041"/>
              <a:gd name="connsiteX1" fmla="*/ 2190750 w 2209800"/>
              <a:gd name="connsiteY1" fmla="*/ 0 h 9519041"/>
              <a:gd name="connsiteX2" fmla="*/ 2209800 w 2209800"/>
              <a:gd name="connsiteY2" fmla="*/ 9509516 h 9519041"/>
              <a:gd name="connsiteX3" fmla="*/ 2162175 w 2209800"/>
              <a:gd name="connsiteY3" fmla="*/ 9519041 h 9519041"/>
              <a:gd name="connsiteX4" fmla="*/ 0 w 2209800"/>
              <a:gd name="connsiteY4" fmla="*/ 17777 h 9519041"/>
              <a:gd name="connsiteX0" fmla="*/ 0 w 2209800"/>
              <a:gd name="connsiteY0" fmla="*/ 17777 h 9519041"/>
              <a:gd name="connsiteX1" fmla="*/ 2190750 w 2209800"/>
              <a:gd name="connsiteY1" fmla="*/ 0 h 9519041"/>
              <a:gd name="connsiteX2" fmla="*/ 2209800 w 2209800"/>
              <a:gd name="connsiteY2" fmla="*/ 9509516 h 9519041"/>
              <a:gd name="connsiteX3" fmla="*/ 2200275 w 2209800"/>
              <a:gd name="connsiteY3" fmla="*/ 9519041 h 9519041"/>
              <a:gd name="connsiteX4" fmla="*/ 0 w 2209800"/>
              <a:gd name="connsiteY4" fmla="*/ 17777 h 9519041"/>
              <a:gd name="connsiteX0" fmla="*/ 0 w 2209800"/>
              <a:gd name="connsiteY0" fmla="*/ 17777 h 9592694"/>
              <a:gd name="connsiteX1" fmla="*/ 2190750 w 2209800"/>
              <a:gd name="connsiteY1" fmla="*/ 0 h 9592694"/>
              <a:gd name="connsiteX2" fmla="*/ 2209800 w 2209800"/>
              <a:gd name="connsiteY2" fmla="*/ 9509516 h 9592694"/>
              <a:gd name="connsiteX3" fmla="*/ 2200275 w 2209800"/>
              <a:gd name="connsiteY3" fmla="*/ 9592694 h 9592694"/>
              <a:gd name="connsiteX4" fmla="*/ 0 w 2209800"/>
              <a:gd name="connsiteY4" fmla="*/ 17777 h 9592694"/>
              <a:gd name="connsiteX0" fmla="*/ 0 w 2279073"/>
              <a:gd name="connsiteY0" fmla="*/ 4906456 h 9592694"/>
              <a:gd name="connsiteX1" fmla="*/ 2260023 w 2279073"/>
              <a:gd name="connsiteY1" fmla="*/ 0 h 9592694"/>
              <a:gd name="connsiteX2" fmla="*/ 2279073 w 2279073"/>
              <a:gd name="connsiteY2" fmla="*/ 9509516 h 9592694"/>
              <a:gd name="connsiteX3" fmla="*/ 2269548 w 2279073"/>
              <a:gd name="connsiteY3" fmla="*/ 9592694 h 9592694"/>
              <a:gd name="connsiteX4" fmla="*/ 0 w 2279073"/>
              <a:gd name="connsiteY4" fmla="*/ 4906456 h 9592694"/>
              <a:gd name="connsiteX0" fmla="*/ 0 w 1711036"/>
              <a:gd name="connsiteY0" fmla="*/ 3742485 h 9592694"/>
              <a:gd name="connsiteX1" fmla="*/ 1691986 w 1711036"/>
              <a:gd name="connsiteY1" fmla="*/ 0 h 9592694"/>
              <a:gd name="connsiteX2" fmla="*/ 1711036 w 1711036"/>
              <a:gd name="connsiteY2" fmla="*/ 9509516 h 9592694"/>
              <a:gd name="connsiteX3" fmla="*/ 1701511 w 1711036"/>
              <a:gd name="connsiteY3" fmla="*/ 9592694 h 9592694"/>
              <a:gd name="connsiteX4" fmla="*/ 0 w 1711036"/>
              <a:gd name="connsiteY4" fmla="*/ 3742485 h 9592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36" h="9592694">
                <a:moveTo>
                  <a:pt x="0" y="3742485"/>
                </a:moveTo>
                <a:lnTo>
                  <a:pt x="1691986" y="0"/>
                </a:lnTo>
                <a:lnTo>
                  <a:pt x="1711036" y="9509516"/>
                </a:lnTo>
                <a:lnTo>
                  <a:pt x="1701511" y="9592694"/>
                </a:lnTo>
                <a:lnTo>
                  <a:pt x="0" y="3742485"/>
                </a:lnTo>
                <a:close/>
              </a:path>
            </a:pathLst>
          </a:custGeom>
          <a:solidFill>
            <a:srgbClr val="006CAB">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6" name="Picture 2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42459" y="6329169"/>
            <a:ext cx="1262009" cy="367200"/>
          </a:xfrm>
          <a:prstGeom prst="rect">
            <a:avLst/>
          </a:prstGeom>
        </p:spPr>
      </p:pic>
      <p:sp>
        <p:nvSpPr>
          <p:cNvPr id="13" name="Text Placeholder 17">
            <a:extLst>
              <a:ext uri="{FF2B5EF4-FFF2-40B4-BE49-F238E27FC236}">
                <a16:creationId xmlns:a16="http://schemas.microsoft.com/office/drawing/2014/main" xmlns="" id="{13C6D13E-CFCB-47C9-B8DB-2A2A8DC4D5A2}"/>
              </a:ext>
            </a:extLst>
          </p:cNvPr>
          <p:cNvSpPr>
            <a:spLocks noGrp="1"/>
          </p:cNvSpPr>
          <p:nvPr>
            <p:ph type="body" sz="quarter" idx="16" hasCustomPrompt="1"/>
          </p:nvPr>
        </p:nvSpPr>
        <p:spPr>
          <a:xfrm>
            <a:off x="300211" y="2097681"/>
            <a:ext cx="10815464" cy="3299167"/>
          </a:xfrm>
          <a:prstGeom prst="rect">
            <a:avLst/>
          </a:prstGeom>
        </p:spPr>
        <p:txBody>
          <a:bodyPr/>
          <a:lstStyle>
            <a:lvl1pPr marL="342900" indent="-342900">
              <a:buFont typeface="Arial" panose="020B0604020202020204" pitchFamily="34" charset="0"/>
              <a:buChar char="•"/>
              <a:defRPr sz="2000" b="0" baseline="0">
                <a:solidFill>
                  <a:schemeClr val="tx1"/>
                </a:solidFill>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sz="1600"/>
            </a:lvl2pPr>
            <a:lvl3pPr marL="1143000" indent="-228600">
              <a:buFont typeface="Wingdings" panose="05000000000000000000" pitchFamily="2" charset="2"/>
              <a:buChar char="§"/>
              <a:defRPr sz="1400"/>
            </a:lvl3pPr>
          </a:lstStyle>
          <a:p>
            <a:r>
              <a:rPr lang="en-AU" dirty="0"/>
              <a:t>Body copy (20pt, Arial) </a:t>
            </a:r>
          </a:p>
          <a:p>
            <a:r>
              <a:rPr lang="en-AU" dirty="0"/>
              <a:t>Level 1 bullet list (20pt, Arial)</a:t>
            </a:r>
          </a:p>
          <a:p>
            <a:pPr lvl="1"/>
            <a:r>
              <a:rPr lang="en-AU" dirty="0"/>
              <a:t>Level 2 bullet list (16pt, Arial)</a:t>
            </a:r>
          </a:p>
          <a:p>
            <a:pPr lvl="2"/>
            <a:r>
              <a:rPr lang="en-AU" dirty="0"/>
              <a:t>Level 3 bullet list (14pt, Arial)</a:t>
            </a:r>
          </a:p>
          <a:p>
            <a:endParaRPr lang="en-AU" dirty="0"/>
          </a:p>
          <a:p>
            <a:endParaRPr lang="en-AU" dirty="0"/>
          </a:p>
        </p:txBody>
      </p:sp>
    </p:spTree>
    <p:extLst>
      <p:ext uri="{BB962C8B-B14F-4D97-AF65-F5344CB8AC3E}">
        <p14:creationId xmlns:p14="http://schemas.microsoft.com/office/powerpoint/2010/main" val="39705099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3193973"/>
      </p:ext>
    </p:extLst>
  </p:cSld>
  <p:clrMap bg1="lt1" tx1="dk1" bg2="lt2" tx2="dk2" accent1="accent1" accent2="accent2" accent3="accent3" accent4="accent4" accent5="accent5" accent6="accent6" hlink="hlink" folHlink="folHlink"/>
  <p:sldLayoutIdLst>
    <p:sldLayoutId id="2147483901" r:id="rId1"/>
    <p:sldLayoutId id="2147483931" r:id="rId2"/>
    <p:sldLayoutId id="2147483932" r:id="rId3"/>
    <p:sldLayoutId id="2147483933" r:id="rId4"/>
    <p:sldLayoutId id="2147483913" r:id="rId5"/>
    <p:sldLayoutId id="2147483934" r:id="rId6"/>
    <p:sldLayoutId id="2147483923" r:id="rId7"/>
    <p:sldLayoutId id="2147483919" r:id="rId8"/>
    <p:sldLayoutId id="2147483920" r:id="rId9"/>
    <p:sldLayoutId id="2147483918" r:id="rId10"/>
    <p:sldLayoutId id="2147483915" r:id="rId11"/>
    <p:sldLayoutId id="2147483935" r:id="rId12"/>
    <p:sldLayoutId id="2147483916" r:id="rId13"/>
    <p:sldLayoutId id="2147483921" r:id="rId14"/>
  </p:sldLayoutIdLst>
  <p:hf hdr="0" ftr="0" dt="0"/>
  <p:txStyles>
    <p:titleStyle>
      <a:lvl1pPr algn="l" defTabSz="914400" rtl="0" eaLnBrk="1" latinLnBrk="0" hangingPunct="1">
        <a:lnSpc>
          <a:spcPct val="90000"/>
        </a:lnSpc>
        <a:spcBef>
          <a:spcPct val="0"/>
        </a:spcBef>
        <a:buNone/>
        <a:defRPr sz="3400" b="1" i="0" kern="1200">
          <a:solidFill>
            <a:schemeClr val="bg1"/>
          </a:solidFill>
          <a:latin typeface="Arial Narrow" charset="0"/>
          <a:ea typeface="Arial Narrow" charset="0"/>
          <a:cs typeface="Arial Narrow" charset="0"/>
        </a:defRPr>
      </a:lvl1pPr>
    </p:titleStyle>
    <p:bodyStyle>
      <a:lvl1pPr marL="0" indent="0" algn="l" defTabSz="914400" rtl="0" eaLnBrk="1" latinLnBrk="0" hangingPunct="1">
        <a:lnSpc>
          <a:spcPct val="90000"/>
        </a:lnSpc>
        <a:spcBef>
          <a:spcPts val="1000"/>
        </a:spcBef>
        <a:buFont typeface="Arial"/>
        <a:buNone/>
        <a:defRPr sz="2200" kern="1200">
          <a:solidFill>
            <a:schemeClr val="bg1"/>
          </a:solidFill>
          <a:latin typeface="Arial Narrow" charset="0"/>
          <a:ea typeface="Arial Narrow" charset="0"/>
          <a:cs typeface="Arial Narrow"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57">
          <p15:clr>
            <a:srgbClr val="F26B43"/>
          </p15:clr>
        </p15:guide>
      </p15:sldGuideLst>
    </p:ext>
  </p:extLst>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chart" Target="../charts/chart2.xml"/><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xmlns="" id="{67282DD7-96C3-4509-A677-F213216B4011}"/>
              </a:ext>
            </a:extLst>
          </p:cNvPr>
          <p:cNvSpPr>
            <a:spLocks noGrp="1"/>
          </p:cNvSpPr>
          <p:nvPr>
            <p:ph type="body" sz="quarter" idx="14"/>
          </p:nvPr>
        </p:nvSpPr>
        <p:spPr>
          <a:xfrm>
            <a:off x="1033424" y="2405132"/>
            <a:ext cx="7451725" cy="401647"/>
          </a:xfrm>
        </p:spPr>
        <p:txBody>
          <a:bodyPr/>
          <a:lstStyle/>
          <a:p>
            <a:pPr algn="l"/>
            <a:r>
              <a:rPr lang="en-AU" sz="2400" dirty="0">
                <a:solidFill>
                  <a:srgbClr val="000000"/>
                </a:solidFill>
                <a:effectLst/>
                <a:latin typeface="Arial Narrow" panose="020B0604020202020204" pitchFamily="34" charset="0"/>
                <a:cs typeface="Arial Narrow" panose="020B0604020202020204" pitchFamily="34" charset="0"/>
              </a:rPr>
              <a:t>Acknowledgement of Country</a:t>
            </a:r>
          </a:p>
        </p:txBody>
      </p:sp>
      <p:sp>
        <p:nvSpPr>
          <p:cNvPr id="7" name="Text Placeholder 6">
            <a:extLst>
              <a:ext uri="{FF2B5EF4-FFF2-40B4-BE49-F238E27FC236}">
                <a16:creationId xmlns:a16="http://schemas.microsoft.com/office/drawing/2014/main" xmlns="" id="{0478BC3B-6EB1-4396-968D-F2E452D96F1A}"/>
              </a:ext>
            </a:extLst>
          </p:cNvPr>
          <p:cNvSpPr>
            <a:spLocks noGrp="1"/>
          </p:cNvSpPr>
          <p:nvPr>
            <p:ph type="body" sz="quarter" idx="19"/>
          </p:nvPr>
        </p:nvSpPr>
        <p:spPr>
          <a:xfrm>
            <a:off x="1033424" y="3021485"/>
            <a:ext cx="7451725" cy="1729430"/>
          </a:xfrm>
        </p:spPr>
        <p:txBody>
          <a:bodyPr/>
          <a:lstStyle/>
          <a:p>
            <a:pPr marL="0" indent="0">
              <a:lnSpc>
                <a:spcPct val="100000"/>
              </a:lnSpc>
              <a:buNone/>
            </a:pPr>
            <a:r>
              <a:rPr lang="en-AU" i="0" dirty="0">
                <a:solidFill>
                  <a:srgbClr val="505050"/>
                </a:solidFill>
                <a:effectLst/>
                <a:latin typeface="Arial" panose="020B0604020202020204" pitchFamily="34" charset="0"/>
              </a:rPr>
              <a:t>Monash University recognises that its Australian campuses are located on the unceded lands of the people of the Kulin Nations, and pays its respects to </a:t>
            </a:r>
            <a:r>
              <a:rPr lang="en-AU" i="0">
                <a:solidFill>
                  <a:srgbClr val="505050"/>
                </a:solidFill>
                <a:effectLst/>
                <a:latin typeface="Arial" panose="020B0604020202020204" pitchFamily="34" charset="0"/>
              </a:rPr>
              <a:t>their </a:t>
            </a:r>
            <a:r>
              <a:rPr lang="en-AU" i="0" smtClean="0">
                <a:solidFill>
                  <a:srgbClr val="505050"/>
                </a:solidFill>
                <a:effectLst/>
                <a:latin typeface="Arial" panose="020B0604020202020204" pitchFamily="34" charset="0"/>
              </a:rPr>
              <a:t>Elders</a:t>
            </a:r>
            <a:r>
              <a:rPr lang="en-AU" i="0" dirty="0">
                <a:solidFill>
                  <a:srgbClr val="505050"/>
                </a:solidFill>
                <a:effectLst/>
                <a:latin typeface="Arial" panose="020B0604020202020204" pitchFamily="34" charset="0"/>
              </a:rPr>
              <a:t>, past and present.</a:t>
            </a:r>
            <a:endParaRPr lang="en-AU" dirty="0"/>
          </a:p>
        </p:txBody>
      </p:sp>
    </p:spTree>
    <p:extLst>
      <p:ext uri="{BB962C8B-B14F-4D97-AF65-F5344CB8AC3E}">
        <p14:creationId xmlns:p14="http://schemas.microsoft.com/office/powerpoint/2010/main" val="1825078649"/>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SOUNDSENTINAL: DETECTING DEEPFAKE SPEECH</a:t>
            </a:r>
          </a:p>
        </p:txBody>
      </p:sp>
      <p:sp>
        <p:nvSpPr>
          <p:cNvPr id="3" name="Text Placeholder 2"/>
          <p:cNvSpPr>
            <a:spLocks noGrp="1"/>
          </p:cNvSpPr>
          <p:nvPr>
            <p:ph type="body" idx="12" sz="quarter"/>
          </p:nvPr>
        </p:nvSpPr>
        <p:spPr/>
        <p:txBody>
          <a:bodyPr/>
          <a:lstStyle/>
          <a:p>
            <a:r>
              <a:t>FYP B FINAL PRESENTATION · OCTOBER 2026</a:t>
            </a:r>
          </a:p>
        </p:txBody>
      </p:sp>
      <p:sp>
        <p:nvSpPr>
          <p:cNvPr id="4" name="Text Placeholder 3"/>
          <p:cNvSpPr>
            <a:spLocks noGrp="1"/>
          </p:cNvSpPr>
          <p:nvPr>
            <p:ph type="body" idx="13" sz="quarter"/>
          </p:nvPr>
        </p:nvSpPr>
        <p:spPr/>
        <p:txBody>
          <a:bodyPr/>
          <a:lstStyle/>
          <a:p>
            <a:r>
              <a:t>IS THAT VOICE REAL?</a:t>
            </a:r>
          </a:p>
        </p:txBody>
      </p:sp>
      <p:sp>
        <p:nvSpPr>
          <p:cNvPr id="5" name="Text Placeholder 4"/>
          <p:cNvSpPr>
            <a:spLocks noGrp="1"/>
          </p:cNvSpPr>
          <p:nvPr>
            <p:ph type="body" idx="14" sz="quarter"/>
          </p:nvPr>
        </p:nvSpPr>
        <p:spPr/>
        <p:txBody>
          <a:bodyPr/>
          <a:lstStyle/>
          <a:p>
            <a:r>
              <a:t>MOHID KHANZADA · AMAAN MUHAMMAD · FARHAN MOHAMMED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TWO CLIPS FROM OUR TEST DATA</a:t>
            </a:r>
          </a:p>
        </p:txBody>
      </p:sp>
      <p:sp>
        <p:nvSpPr>
          <p:cNvPr id="3" name="Text Placeholder 2"/>
          <p:cNvSpPr>
            <a:spLocks noGrp="1"/>
          </p:cNvSpPr>
          <p:nvPr>
            <p:ph type="body" idx="13" sz="quarter"/>
          </p:nvPr>
        </p:nvSpPr>
        <p:spPr/>
        <p:txBody>
          <a:bodyPr/>
          <a:lstStyle/>
          <a:p>
            <a:r>
              <a:t>WHICH ONE IS FAKE?</a:t>
            </a:r>
          </a:p>
        </p:txBody>
      </p:sp>
      <p:sp>
        <p:nvSpPr>
          <p:cNvPr id="4" name="Rounded Rectangle 3"/>
          <p:cNvSpPr/>
          <p:nvPr/>
        </p:nvSpPr>
        <p:spPr>
          <a:xfrm>
            <a:off x="548640" y="2103120"/>
            <a:ext cx="5349240" cy="292608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5400000">
            <a:off x="960120" y="2468880"/>
            <a:ext cx="457200" cy="457200"/>
          </a:xfrm>
          <a:prstGeom prst="triangle">
            <a:avLst/>
          </a:prstGeom>
          <a:solidFill>
            <a:srgbClr val="006D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19" y="2487168"/>
            <a:ext cx="3657600" cy="457200"/>
          </a:xfrm>
          <a:prstGeom prst="rect">
            <a:avLst/>
          </a:prstGeom>
          <a:noFill/>
        </p:spPr>
        <p:txBody>
          <a:bodyPr wrap="square" lIns="0" rIns="0" tIns="0" bIns="0" anchor="t">
            <a:spAutoFit/>
          </a:bodyPr>
          <a:lstStyle/>
          <a:p>
            <a:pPr algn="l">
              <a:spcAft>
                <a:spcPts val="400"/>
              </a:spcAft>
            </a:pPr>
            <a:r>
              <a:rPr sz="2400" b="1">
                <a:solidFill>
                  <a:srgbClr val="1A1A1A"/>
                </a:solidFill>
                <a:latin typeface="Arial Narrow"/>
              </a:rPr>
              <a:t>CLIP A</a:t>
            </a:r>
          </a:p>
        </p:txBody>
      </p:sp>
      <p:sp>
        <p:nvSpPr>
          <p:cNvPr id="7" name="Rounded Rectangle 6"/>
          <p:cNvSpPr/>
          <p:nvPr/>
        </p:nvSpPr>
        <p:spPr>
          <a:xfrm>
            <a:off x="960120" y="3845052"/>
            <a:ext cx="43848" cy="8229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30843" y="3844366"/>
            <a:ext cx="43848" cy="83667"/>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01566" y="3829964"/>
            <a:ext cx="43848" cy="112471"/>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72289" y="3775786"/>
            <a:ext cx="43848" cy="220827"/>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43012" y="3423285"/>
            <a:ext cx="43848" cy="925830"/>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13735" y="3386251"/>
            <a:ext cx="43848" cy="99989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384458" y="3722979"/>
            <a:ext cx="43848" cy="326440"/>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455181" y="3367049"/>
            <a:ext cx="43848" cy="1038301"/>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25905" y="3360191"/>
            <a:ext cx="43848" cy="1052017"/>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96628" y="3594049"/>
            <a:ext cx="43848" cy="584301"/>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667351" y="3771671"/>
            <a:ext cx="43848" cy="229057"/>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738074" y="3760698"/>
            <a:ext cx="43848" cy="251002"/>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808797" y="3326587"/>
            <a:ext cx="43848" cy="1119225"/>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879520" y="3360877"/>
            <a:ext cx="43848" cy="1050645"/>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950243" y="3508324"/>
            <a:ext cx="43848" cy="755751"/>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020966" y="3544671"/>
            <a:ext cx="43848" cy="68305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091690" y="3200400"/>
            <a:ext cx="43848" cy="1371600"/>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162413" y="3261436"/>
            <a:ext cx="43848" cy="1249527"/>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233136" y="3360877"/>
            <a:ext cx="43848" cy="1050645"/>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303859" y="3266922"/>
            <a:ext cx="43848" cy="1238554"/>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374582" y="3253206"/>
            <a:ext cx="43848" cy="126598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445305" y="3382822"/>
            <a:ext cx="43848" cy="1006754"/>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516028" y="3680460"/>
            <a:ext cx="43848" cy="411479"/>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586751" y="3671544"/>
            <a:ext cx="43848" cy="429310"/>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657475" y="3618052"/>
            <a:ext cx="43848" cy="536295"/>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2728198" y="3527526"/>
            <a:ext cx="43848" cy="71734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798921" y="3338931"/>
            <a:ext cx="43848" cy="109453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869644" y="3320415"/>
            <a:ext cx="43848" cy="1131569"/>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2940367" y="3600907"/>
            <a:ext cx="43848" cy="570585"/>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011090" y="3630396"/>
            <a:ext cx="43848" cy="51160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3081813" y="3559759"/>
            <a:ext cx="43848" cy="652881"/>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152536" y="3825163"/>
            <a:ext cx="43848" cy="122072"/>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3223260" y="3340303"/>
            <a:ext cx="43848" cy="1091793"/>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3293983" y="3230575"/>
            <a:ext cx="43848" cy="1311249"/>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3364706" y="3283381"/>
            <a:ext cx="43848" cy="120563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3435429" y="3392424"/>
            <a:ext cx="43848" cy="987552"/>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3506152" y="3578275"/>
            <a:ext cx="43848" cy="615848"/>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3576875" y="3471291"/>
            <a:ext cx="43848" cy="829818"/>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3647598" y="3546729"/>
            <a:ext cx="43848" cy="678942"/>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3718321" y="3801846"/>
            <a:ext cx="43848" cy="16870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3789045" y="3838879"/>
            <a:ext cx="43848" cy="94640"/>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3859768" y="3798417"/>
            <a:ext cx="43848" cy="175564"/>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3930491" y="3342360"/>
            <a:ext cx="43848" cy="1087678"/>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4001214" y="3393795"/>
            <a:ext cx="43848" cy="984808"/>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071937" y="3612565"/>
            <a:ext cx="43848" cy="547268"/>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4142660" y="3352647"/>
            <a:ext cx="43848" cy="1067104"/>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4213383" y="3312185"/>
            <a:ext cx="43848" cy="1148029"/>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4284106" y="3428771"/>
            <a:ext cx="43848" cy="914857"/>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4354830" y="3538499"/>
            <a:ext cx="43848" cy="695401"/>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4425553" y="3469919"/>
            <a:ext cx="43848" cy="832561"/>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4496276" y="3413683"/>
            <a:ext cx="43848" cy="945032"/>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4566999" y="3382137"/>
            <a:ext cx="43848" cy="100812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4637722" y="3482263"/>
            <a:ext cx="43848" cy="807872"/>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4708445" y="3792245"/>
            <a:ext cx="43848" cy="187909"/>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4779168" y="3842994"/>
            <a:ext cx="43848" cy="86410"/>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4849891" y="3845052"/>
            <a:ext cx="43848" cy="8229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4920615" y="3839565"/>
            <a:ext cx="43848" cy="93268"/>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4991338" y="3845052"/>
            <a:ext cx="43848" cy="8229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5062061" y="3845052"/>
            <a:ext cx="43848" cy="8229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5132784" y="3845052"/>
            <a:ext cx="43848" cy="8229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5203507" y="3845052"/>
            <a:ext cx="43848" cy="8229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5274230" y="3845052"/>
            <a:ext cx="43848" cy="8229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5344953" y="3845052"/>
            <a:ext cx="43848" cy="8229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5415676" y="3845052"/>
            <a:ext cx="43848" cy="8229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263640" y="2103120"/>
            <a:ext cx="5349240" cy="292608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Isosceles Triangle 71"/>
          <p:cNvSpPr/>
          <p:nvPr/>
        </p:nvSpPr>
        <p:spPr>
          <a:xfrm rot="5400000">
            <a:off x="6675120" y="2468880"/>
            <a:ext cx="457200" cy="457200"/>
          </a:xfrm>
          <a:prstGeom prst="triangle">
            <a:avLst/>
          </a:prstGeom>
          <a:solidFill>
            <a:srgbClr val="006D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360919" y="2487168"/>
            <a:ext cx="3657600" cy="457200"/>
          </a:xfrm>
          <a:prstGeom prst="rect">
            <a:avLst/>
          </a:prstGeom>
          <a:noFill/>
        </p:spPr>
        <p:txBody>
          <a:bodyPr wrap="square" lIns="0" rIns="0" tIns="0" bIns="0" anchor="t">
            <a:spAutoFit/>
          </a:bodyPr>
          <a:lstStyle/>
          <a:p>
            <a:pPr algn="l">
              <a:spcAft>
                <a:spcPts val="400"/>
              </a:spcAft>
            </a:pPr>
            <a:r>
              <a:rPr sz="2400" b="1">
                <a:solidFill>
                  <a:srgbClr val="1A1A1A"/>
                </a:solidFill>
                <a:latin typeface="Arial Narrow"/>
              </a:rPr>
              <a:t>CLIP B</a:t>
            </a:r>
          </a:p>
        </p:txBody>
      </p:sp>
      <p:sp>
        <p:nvSpPr>
          <p:cNvPr id="74" name="Rounded Rectangle 73"/>
          <p:cNvSpPr/>
          <p:nvPr/>
        </p:nvSpPr>
        <p:spPr>
          <a:xfrm>
            <a:off x="6675120" y="3838194"/>
            <a:ext cx="43848" cy="96012"/>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6745843" y="3844366"/>
            <a:ext cx="43848" cy="83667"/>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6816566" y="3835450"/>
            <a:ext cx="43848" cy="101498"/>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6887289" y="3842308"/>
            <a:ext cx="43848" cy="87782"/>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6958012" y="3845052"/>
            <a:ext cx="43848" cy="8229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7028735" y="3845052"/>
            <a:ext cx="43848" cy="8229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7099458" y="3841623"/>
            <a:ext cx="43848" cy="89154"/>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7170181" y="3845052"/>
            <a:ext cx="43848" cy="8229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7240905" y="3842308"/>
            <a:ext cx="43848" cy="87782"/>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7311628" y="3840251"/>
            <a:ext cx="43848" cy="91897"/>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7382351" y="3838194"/>
            <a:ext cx="43848" cy="96012"/>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7453074" y="3845052"/>
            <a:ext cx="43848" cy="8229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7523797" y="3845052"/>
            <a:ext cx="43848" cy="8229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7594520" y="3838879"/>
            <a:ext cx="43848" cy="94640"/>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7665243" y="3845052"/>
            <a:ext cx="43848" cy="8229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ed Rectangle 88"/>
          <p:cNvSpPr/>
          <p:nvPr/>
        </p:nvSpPr>
        <p:spPr>
          <a:xfrm>
            <a:off x="7735966" y="3838879"/>
            <a:ext cx="43848" cy="94640"/>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7806690" y="3835450"/>
            <a:ext cx="43848" cy="101498"/>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7877413" y="3836136"/>
            <a:ext cx="43848" cy="10012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7948136" y="3838194"/>
            <a:ext cx="43848" cy="96012"/>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8018859" y="3832707"/>
            <a:ext cx="43848" cy="106984"/>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8089582" y="3842308"/>
            <a:ext cx="43848" cy="87782"/>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ounded Rectangle 94"/>
          <p:cNvSpPr/>
          <p:nvPr/>
        </p:nvSpPr>
        <p:spPr>
          <a:xfrm>
            <a:off x="8160305" y="3832021"/>
            <a:ext cx="43848" cy="10835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8231028" y="3845052"/>
            <a:ext cx="43848" cy="8229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96"/>
          <p:cNvSpPr/>
          <p:nvPr/>
        </p:nvSpPr>
        <p:spPr>
          <a:xfrm>
            <a:off x="8301751" y="3843680"/>
            <a:ext cx="43848" cy="85039"/>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ounded Rectangle 97"/>
          <p:cNvSpPr/>
          <p:nvPr/>
        </p:nvSpPr>
        <p:spPr>
          <a:xfrm>
            <a:off x="8372475" y="3815562"/>
            <a:ext cx="43848" cy="141274"/>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8443198" y="3503523"/>
            <a:ext cx="43848" cy="765352"/>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ounded Rectangle 99"/>
          <p:cNvSpPr/>
          <p:nvPr/>
        </p:nvSpPr>
        <p:spPr>
          <a:xfrm>
            <a:off x="8513921" y="3386937"/>
            <a:ext cx="43848" cy="998524"/>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ounded Rectangle 100"/>
          <p:cNvSpPr/>
          <p:nvPr/>
        </p:nvSpPr>
        <p:spPr>
          <a:xfrm>
            <a:off x="8584644" y="3337560"/>
            <a:ext cx="43848" cy="1097280"/>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8655367" y="3290925"/>
            <a:ext cx="43848" cy="1190548"/>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ounded Rectangle 102"/>
          <p:cNvSpPr/>
          <p:nvPr/>
        </p:nvSpPr>
        <p:spPr>
          <a:xfrm>
            <a:off x="8726090" y="3285439"/>
            <a:ext cx="43848" cy="1201521"/>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ounded Rectangle 103"/>
          <p:cNvSpPr/>
          <p:nvPr/>
        </p:nvSpPr>
        <p:spPr>
          <a:xfrm>
            <a:off x="8796813" y="3345103"/>
            <a:ext cx="43848" cy="1082192"/>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8867536" y="3631082"/>
            <a:ext cx="43848" cy="510235"/>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ounded Rectangle 105"/>
          <p:cNvSpPr/>
          <p:nvPr/>
        </p:nvSpPr>
        <p:spPr>
          <a:xfrm>
            <a:off x="8938260" y="3614623"/>
            <a:ext cx="43848" cy="543153"/>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ounded Rectangle 106"/>
          <p:cNvSpPr/>
          <p:nvPr/>
        </p:nvSpPr>
        <p:spPr>
          <a:xfrm>
            <a:off x="9008983" y="3780586"/>
            <a:ext cx="43848" cy="21122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ounded Rectangle 107"/>
          <p:cNvSpPr/>
          <p:nvPr/>
        </p:nvSpPr>
        <p:spPr>
          <a:xfrm>
            <a:off x="9079706" y="3706520"/>
            <a:ext cx="43848" cy="359359"/>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ounded Rectangle 108"/>
          <p:cNvSpPr/>
          <p:nvPr/>
        </p:nvSpPr>
        <p:spPr>
          <a:xfrm>
            <a:off x="9150429" y="3200400"/>
            <a:ext cx="43848" cy="1371600"/>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ounded Rectangle 109"/>
          <p:cNvSpPr/>
          <p:nvPr/>
        </p:nvSpPr>
        <p:spPr>
          <a:xfrm>
            <a:off x="9221152" y="3239490"/>
            <a:ext cx="43848" cy="1293418"/>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ounded Rectangle 110"/>
          <p:cNvSpPr/>
          <p:nvPr/>
        </p:nvSpPr>
        <p:spPr>
          <a:xfrm>
            <a:off x="9291875" y="3318357"/>
            <a:ext cx="43848" cy="1135684"/>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ounded Rectangle 111"/>
          <p:cNvSpPr/>
          <p:nvPr/>
        </p:nvSpPr>
        <p:spPr>
          <a:xfrm>
            <a:off x="9362598" y="3419856"/>
            <a:ext cx="43848" cy="932688"/>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ounded Rectangle 112"/>
          <p:cNvSpPr/>
          <p:nvPr/>
        </p:nvSpPr>
        <p:spPr>
          <a:xfrm>
            <a:off x="9433321" y="3397910"/>
            <a:ext cx="43848" cy="976579"/>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ounded Rectangle 113"/>
          <p:cNvSpPr/>
          <p:nvPr/>
        </p:nvSpPr>
        <p:spPr>
          <a:xfrm>
            <a:off x="9504045" y="3432200"/>
            <a:ext cx="43848" cy="907999"/>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ounded Rectangle 114"/>
          <p:cNvSpPr/>
          <p:nvPr/>
        </p:nvSpPr>
        <p:spPr>
          <a:xfrm>
            <a:off x="9574768" y="3721608"/>
            <a:ext cx="43848" cy="329184"/>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ounded Rectangle 115"/>
          <p:cNvSpPr/>
          <p:nvPr/>
        </p:nvSpPr>
        <p:spPr>
          <a:xfrm>
            <a:off x="9645491" y="3468547"/>
            <a:ext cx="43848" cy="835304"/>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ounded Rectangle 116"/>
          <p:cNvSpPr/>
          <p:nvPr/>
        </p:nvSpPr>
        <p:spPr>
          <a:xfrm>
            <a:off x="9716214" y="3485692"/>
            <a:ext cx="43848" cy="801014"/>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ounded Rectangle 117"/>
          <p:cNvSpPr/>
          <p:nvPr/>
        </p:nvSpPr>
        <p:spPr>
          <a:xfrm>
            <a:off x="9786937" y="3725037"/>
            <a:ext cx="43848" cy="32232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ounded Rectangle 118"/>
          <p:cNvSpPr/>
          <p:nvPr/>
        </p:nvSpPr>
        <p:spPr>
          <a:xfrm>
            <a:off x="9857660" y="3462375"/>
            <a:ext cx="43848" cy="847648"/>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ounded Rectangle 119"/>
          <p:cNvSpPr/>
          <p:nvPr/>
        </p:nvSpPr>
        <p:spPr>
          <a:xfrm>
            <a:off x="9928383" y="3382137"/>
            <a:ext cx="43848" cy="100812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ounded Rectangle 120"/>
          <p:cNvSpPr/>
          <p:nvPr/>
        </p:nvSpPr>
        <p:spPr>
          <a:xfrm>
            <a:off x="9999106" y="3485692"/>
            <a:ext cx="43848" cy="801014"/>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ounded Rectangle 121"/>
          <p:cNvSpPr/>
          <p:nvPr/>
        </p:nvSpPr>
        <p:spPr>
          <a:xfrm>
            <a:off x="10069830" y="3637940"/>
            <a:ext cx="43848" cy="496519"/>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122"/>
          <p:cNvSpPr/>
          <p:nvPr/>
        </p:nvSpPr>
        <p:spPr>
          <a:xfrm>
            <a:off x="10140553" y="3783330"/>
            <a:ext cx="43848" cy="205739"/>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ounded Rectangle 123"/>
          <p:cNvSpPr/>
          <p:nvPr/>
        </p:nvSpPr>
        <p:spPr>
          <a:xfrm>
            <a:off x="10211276" y="3820363"/>
            <a:ext cx="43848" cy="131673"/>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ounded Rectangle 124"/>
          <p:cNvSpPr/>
          <p:nvPr/>
        </p:nvSpPr>
        <p:spPr>
          <a:xfrm>
            <a:off x="10281999" y="3843680"/>
            <a:ext cx="43848" cy="85039"/>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ounded Rectangle 125"/>
          <p:cNvSpPr/>
          <p:nvPr/>
        </p:nvSpPr>
        <p:spPr>
          <a:xfrm>
            <a:off x="10352722" y="3754526"/>
            <a:ext cx="43848" cy="263347"/>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ounded Rectangle 126"/>
          <p:cNvSpPr/>
          <p:nvPr/>
        </p:nvSpPr>
        <p:spPr>
          <a:xfrm>
            <a:off x="10423445" y="3772357"/>
            <a:ext cx="43848" cy="227685"/>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ounded Rectangle 127"/>
          <p:cNvSpPr/>
          <p:nvPr/>
        </p:nvSpPr>
        <p:spPr>
          <a:xfrm>
            <a:off x="10494168" y="3804589"/>
            <a:ext cx="43848" cy="163220"/>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ounded Rectangle 128"/>
          <p:cNvSpPr/>
          <p:nvPr/>
        </p:nvSpPr>
        <p:spPr>
          <a:xfrm>
            <a:off x="10564891" y="3811447"/>
            <a:ext cx="43848" cy="149504"/>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ounded Rectangle 129"/>
          <p:cNvSpPr/>
          <p:nvPr/>
        </p:nvSpPr>
        <p:spPr>
          <a:xfrm>
            <a:off x="10635615" y="3825849"/>
            <a:ext cx="43848" cy="120700"/>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ounded Rectangle 130"/>
          <p:cNvSpPr/>
          <p:nvPr/>
        </p:nvSpPr>
        <p:spPr>
          <a:xfrm>
            <a:off x="10706338" y="3825849"/>
            <a:ext cx="43848" cy="120700"/>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ounded Rectangle 131"/>
          <p:cNvSpPr/>
          <p:nvPr/>
        </p:nvSpPr>
        <p:spPr>
          <a:xfrm>
            <a:off x="10777061" y="3833393"/>
            <a:ext cx="43848" cy="105613"/>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ounded Rectangle 132"/>
          <p:cNvSpPr/>
          <p:nvPr/>
        </p:nvSpPr>
        <p:spPr>
          <a:xfrm>
            <a:off x="10847784" y="3825849"/>
            <a:ext cx="43848" cy="120700"/>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ounded Rectangle 133"/>
          <p:cNvSpPr/>
          <p:nvPr/>
        </p:nvSpPr>
        <p:spPr>
          <a:xfrm>
            <a:off x="10918507" y="3818991"/>
            <a:ext cx="43848" cy="13441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ounded Rectangle 134"/>
          <p:cNvSpPr/>
          <p:nvPr/>
        </p:nvSpPr>
        <p:spPr>
          <a:xfrm>
            <a:off x="10989230" y="3838194"/>
            <a:ext cx="43848" cy="96012"/>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ounded Rectangle 135"/>
          <p:cNvSpPr/>
          <p:nvPr/>
        </p:nvSpPr>
        <p:spPr>
          <a:xfrm>
            <a:off x="11059953" y="3837508"/>
            <a:ext cx="43848" cy="97383"/>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ounded Rectangle 136"/>
          <p:cNvSpPr/>
          <p:nvPr/>
        </p:nvSpPr>
        <p:spPr>
          <a:xfrm>
            <a:off x="11130676" y="3845052"/>
            <a:ext cx="43848" cy="82296"/>
          </a:xfrm>
          <a:prstGeom prst="roundRect">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548640" y="5349240"/>
            <a:ext cx="11064240" cy="457200"/>
          </a:xfrm>
          <a:prstGeom prst="rect">
            <a:avLst/>
          </a:prstGeom>
          <a:noFill/>
        </p:spPr>
        <p:txBody>
          <a:bodyPr wrap="square" lIns="0" rIns="0" tIns="0" bIns="0" anchor="t">
            <a:spAutoFit/>
          </a:bodyPr>
          <a:lstStyle/>
          <a:p>
            <a:pPr algn="l">
              <a:spcAft>
                <a:spcPts val="400"/>
              </a:spcAft>
            </a:pPr>
            <a:r>
              <a:rPr sz="1400" b="0">
                <a:solidFill>
                  <a:srgbClr val="595959"/>
                </a:solidFill>
                <a:latin typeface="Arial"/>
              </a:rPr>
              <a:t>Play both from the home page of soundsentinal.mohidkhanzada.workers.dev</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A CLONED VOICE NOW COSTS SECONDS</a:t>
            </a:r>
          </a:p>
        </p:txBody>
      </p:sp>
      <p:sp>
        <p:nvSpPr>
          <p:cNvPr id="3" name="Text Placeholder 2"/>
          <p:cNvSpPr>
            <a:spLocks noGrp="1"/>
          </p:cNvSpPr>
          <p:nvPr>
            <p:ph type="body" idx="13" sz="quarter"/>
          </p:nvPr>
        </p:nvSpPr>
        <p:spPr/>
        <p:txBody>
          <a:bodyPr/>
          <a:lstStyle/>
          <a:p>
            <a:r>
              <a:t>WHY THIS MATTERS</a:t>
            </a:r>
          </a:p>
        </p:txBody>
      </p:sp>
      <p:sp>
        <p:nvSpPr>
          <p:cNvPr id="4" name="TextBox 3"/>
          <p:cNvSpPr txBox="1"/>
          <p:nvPr/>
        </p:nvSpPr>
        <p:spPr>
          <a:xfrm>
            <a:off x="365760" y="1828800"/>
            <a:ext cx="2377440" cy="731520"/>
          </a:xfrm>
          <a:prstGeom prst="rect">
            <a:avLst/>
          </a:prstGeom>
          <a:noFill/>
        </p:spPr>
        <p:txBody>
          <a:bodyPr wrap="square" lIns="0" rIns="0" tIns="0" bIns="0" anchor="t">
            <a:spAutoFit/>
          </a:bodyPr>
          <a:lstStyle/>
          <a:p>
            <a:pPr algn="l">
              <a:spcAft>
                <a:spcPts val="400"/>
              </a:spcAft>
            </a:pPr>
            <a:r>
              <a:rPr sz="4000" b="1">
                <a:solidFill>
                  <a:srgbClr val="006DAE"/>
                </a:solidFill>
                <a:latin typeface="Arial"/>
              </a:rPr>
              <a:t>€220,000</a:t>
            </a:r>
          </a:p>
        </p:txBody>
      </p:sp>
      <p:sp>
        <p:nvSpPr>
          <p:cNvPr id="5" name="TextBox 4"/>
          <p:cNvSpPr txBox="1"/>
          <p:nvPr/>
        </p:nvSpPr>
        <p:spPr>
          <a:xfrm>
            <a:off x="365760" y="2606040"/>
            <a:ext cx="2377440" cy="822960"/>
          </a:xfrm>
          <a:prstGeom prst="rect">
            <a:avLst/>
          </a:prstGeom>
          <a:noFill/>
        </p:spPr>
        <p:txBody>
          <a:bodyPr wrap="square" lIns="0" rIns="0" tIns="0" bIns="0" anchor="t">
            <a:spAutoFit/>
          </a:bodyPr>
          <a:lstStyle/>
          <a:p>
            <a:pPr algn="l">
              <a:spcAft>
                <a:spcPts val="400"/>
              </a:spcAft>
            </a:pPr>
            <a:r>
              <a:rPr sz="1400" b="0">
                <a:solidFill>
                  <a:srgbClr val="595959"/>
                </a:solidFill>
                <a:latin typeface="Arial"/>
              </a:rPr>
              <a:t>sent after a call that cloned a CEO's voice (2019)</a:t>
            </a:r>
          </a:p>
        </p:txBody>
      </p:sp>
      <p:sp>
        <p:nvSpPr>
          <p:cNvPr id="6" name="TextBox 5"/>
          <p:cNvSpPr txBox="1"/>
          <p:nvPr/>
        </p:nvSpPr>
        <p:spPr>
          <a:xfrm>
            <a:off x="2880360" y="1828800"/>
            <a:ext cx="2286000" cy="731520"/>
          </a:xfrm>
          <a:prstGeom prst="rect">
            <a:avLst/>
          </a:prstGeom>
          <a:noFill/>
        </p:spPr>
        <p:txBody>
          <a:bodyPr wrap="square" lIns="0" rIns="0" tIns="0" bIns="0" anchor="t">
            <a:spAutoFit/>
          </a:bodyPr>
          <a:lstStyle/>
          <a:p>
            <a:pPr algn="l">
              <a:spcAft>
                <a:spcPts val="400"/>
              </a:spcAft>
            </a:pPr>
            <a:r>
              <a:rPr sz="4000" b="1">
                <a:solidFill>
                  <a:srgbClr val="006DAE"/>
                </a:solidFill>
                <a:latin typeface="Arial"/>
              </a:rPr>
              <a:t>1 clip</a:t>
            </a:r>
          </a:p>
        </p:txBody>
      </p:sp>
      <p:sp>
        <p:nvSpPr>
          <p:cNvPr id="7" name="TextBox 6"/>
          <p:cNvSpPr txBox="1"/>
          <p:nvPr/>
        </p:nvSpPr>
        <p:spPr>
          <a:xfrm>
            <a:off x="2880360" y="2606040"/>
            <a:ext cx="2286000" cy="822960"/>
          </a:xfrm>
          <a:prstGeom prst="rect">
            <a:avLst/>
          </a:prstGeom>
          <a:noFill/>
        </p:spPr>
        <p:txBody>
          <a:bodyPr wrap="square" lIns="0" rIns="0" tIns="0" bIns="0" anchor="t">
            <a:spAutoFit/>
          </a:bodyPr>
          <a:lstStyle/>
          <a:p>
            <a:pPr algn="l">
              <a:spcAft>
                <a:spcPts val="400"/>
              </a:spcAft>
            </a:pPr>
            <a:r>
              <a:rPr sz="1400" b="0">
                <a:solidFill>
                  <a:srgbClr val="595959"/>
                </a:solidFill>
                <a:latin typeface="Arial"/>
              </a:rPr>
              <a:t>is all most people have, and no expert to ask</a:t>
            </a:r>
          </a:p>
        </p:txBody>
      </p:sp>
      <p:sp>
        <p:nvSpPr>
          <p:cNvPr id="8" name="TextBox 7"/>
          <p:cNvSpPr txBox="1"/>
          <p:nvPr/>
        </p:nvSpPr>
        <p:spPr>
          <a:xfrm>
            <a:off x="5303520" y="1828800"/>
            <a:ext cx="2377440" cy="731520"/>
          </a:xfrm>
          <a:prstGeom prst="rect">
            <a:avLst/>
          </a:prstGeom>
          <a:noFill/>
        </p:spPr>
        <p:txBody>
          <a:bodyPr wrap="square" lIns="0" rIns="0" tIns="0" bIns="0" anchor="t">
            <a:spAutoFit/>
          </a:bodyPr>
          <a:lstStyle/>
          <a:p>
            <a:pPr algn="l">
              <a:spcAft>
                <a:spcPts val="400"/>
              </a:spcAft>
            </a:pPr>
            <a:r>
              <a:rPr sz="4000" b="1">
                <a:solidFill>
                  <a:srgbClr val="006DAE"/>
                </a:solidFill>
                <a:latin typeface="Arial"/>
              </a:rPr>
              <a:t>98.9%</a:t>
            </a:r>
          </a:p>
        </p:txBody>
      </p:sp>
      <p:sp>
        <p:nvSpPr>
          <p:cNvPr id="9" name="TextBox 8"/>
          <p:cNvSpPr txBox="1"/>
          <p:nvPr/>
        </p:nvSpPr>
        <p:spPr>
          <a:xfrm>
            <a:off x="5303520" y="2606040"/>
            <a:ext cx="2377440" cy="822960"/>
          </a:xfrm>
          <a:prstGeom prst="rect">
            <a:avLst/>
          </a:prstGeom>
          <a:noFill/>
        </p:spPr>
        <p:txBody>
          <a:bodyPr wrap="square" lIns="0" rIns="0" tIns="0" bIns="0" anchor="t">
            <a:spAutoFit/>
          </a:bodyPr>
          <a:lstStyle/>
          <a:p>
            <a:pPr algn="l">
              <a:spcAft>
                <a:spcPts val="400"/>
              </a:spcAft>
            </a:pPr>
            <a:r>
              <a:rPr sz="1400" b="0">
                <a:solidFill>
                  <a:srgbClr val="595959"/>
                </a:solidFill>
                <a:latin typeface="Arial"/>
              </a:rPr>
              <a:t>the kind of single accuracy claim detectors make</a:t>
            </a:r>
          </a:p>
        </p:txBody>
      </p:sp>
      <p:sp>
        <p:nvSpPr>
          <p:cNvPr id="10" name="Rounded Rectangle 9"/>
          <p:cNvSpPr/>
          <p:nvPr/>
        </p:nvSpPr>
        <p:spPr>
          <a:xfrm>
            <a:off x="365760" y="3886200"/>
            <a:ext cx="3566160" cy="123444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069080"/>
            <a:ext cx="3154680" cy="1554480"/>
          </a:xfrm>
          <a:prstGeom prst="rect">
            <a:avLst/>
          </a:prstGeom>
          <a:noFill/>
        </p:spPr>
        <p:txBody>
          <a:bodyPr wrap="square" lIns="0" rIns="0" tIns="0" bIns="0" anchor="t">
            <a:spAutoFit/>
          </a:bodyPr>
          <a:lstStyle/>
          <a:p>
            <a:pPr algn="l">
              <a:spcAft>
                <a:spcPts val="400"/>
              </a:spcAft>
            </a:pPr>
            <a:r>
              <a:rPr sz="1800" b="1">
                <a:solidFill>
                  <a:srgbClr val="C44E1F"/>
                </a:solidFill>
                <a:latin typeface="Arial"/>
              </a:rPr>
              <a:t>Flag a real voice</a:t>
            </a:r>
          </a:p>
          <a:p>
            <a:pPr algn="l">
              <a:spcAft>
                <a:spcPts val="400"/>
              </a:spcAft>
            </a:pPr>
            <a:r>
              <a:rPr sz="1500" b="0">
                <a:solidFill>
                  <a:srgbClr val="1A1A1A"/>
                </a:solidFill>
                <a:latin typeface="Arial"/>
              </a:rPr>
              <a:t>You accuse a real person of faking it.</a:t>
            </a:r>
          </a:p>
        </p:txBody>
      </p:sp>
      <p:sp>
        <p:nvSpPr>
          <p:cNvPr id="12" name="Rounded Rectangle 11"/>
          <p:cNvSpPr/>
          <p:nvPr/>
        </p:nvSpPr>
        <p:spPr>
          <a:xfrm>
            <a:off x="4114800" y="3886200"/>
            <a:ext cx="3566160" cy="123444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400" y="4069080"/>
            <a:ext cx="3154680" cy="1554480"/>
          </a:xfrm>
          <a:prstGeom prst="rect">
            <a:avLst/>
          </a:prstGeom>
          <a:noFill/>
        </p:spPr>
        <p:txBody>
          <a:bodyPr wrap="square" lIns="0" rIns="0" tIns="0" bIns="0" anchor="t">
            <a:spAutoFit/>
          </a:bodyPr>
          <a:lstStyle/>
          <a:p>
            <a:pPr algn="l">
              <a:spcAft>
                <a:spcPts val="400"/>
              </a:spcAft>
            </a:pPr>
            <a:r>
              <a:rPr sz="1800" b="1">
                <a:solidFill>
                  <a:srgbClr val="006DAE"/>
                </a:solidFill>
                <a:latin typeface="Arial"/>
              </a:rPr>
              <a:t>Miss a fake</a:t>
            </a:r>
          </a:p>
          <a:p>
            <a:pPr algn="l">
              <a:spcAft>
                <a:spcPts val="400"/>
              </a:spcAft>
            </a:pPr>
            <a:r>
              <a:rPr sz="1500" b="0">
                <a:solidFill>
                  <a:srgbClr val="1A1A1A"/>
                </a:solidFill>
                <a:latin typeface="Arial"/>
              </a:rPr>
              <a:t>You fail to protect the person being scammed.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A LIVE DETECTOR ANYONE CAN USE</a:t>
            </a:r>
          </a:p>
        </p:txBody>
      </p:sp>
      <p:sp>
        <p:nvSpPr>
          <p:cNvPr id="3" name="Text Placeholder 2"/>
          <p:cNvSpPr>
            <a:spLocks noGrp="1"/>
          </p:cNvSpPr>
          <p:nvPr>
            <p:ph type="body" idx="13" sz="quarter"/>
          </p:nvPr>
        </p:nvSpPr>
        <p:spPr/>
        <p:txBody>
          <a:bodyPr/>
          <a:lstStyle/>
          <a:p>
            <a:r>
              <a:t>WHAT WE BUILT</a:t>
            </a:r>
          </a:p>
        </p:txBody>
      </p:sp>
      <p:pic>
        <p:nvPicPr>
          <p:cNvPr id="4" name="Picture 3" descr="image.png"/>
          <p:cNvPicPr>
            <a:picLocks noChangeAspect="1"/>
          </p:cNvPicPr>
          <p:nvPr/>
        </p:nvPicPr>
        <p:blipFill>
          <a:blip r:embed="rId2"/>
          <a:stretch>
            <a:fillRect/>
          </a:stretch>
        </p:blipFill>
        <p:spPr>
          <a:xfrm>
            <a:off x="457200" y="1691640"/>
            <a:ext cx="6949440" cy="4343400"/>
          </a:xfrm>
          <a:prstGeom prst="rect">
            <a:avLst/>
          </a:prstGeom>
        </p:spPr>
      </p:pic>
      <p:sp>
        <p:nvSpPr>
          <p:cNvPr id="5" name="TextBox 4"/>
          <p:cNvSpPr txBox="1"/>
          <p:nvPr/>
        </p:nvSpPr>
        <p:spPr>
          <a:xfrm>
            <a:off x="7772400" y="2834640"/>
            <a:ext cx="3931920" cy="3108960"/>
          </a:xfrm>
          <a:prstGeom prst="rect">
            <a:avLst/>
          </a:prstGeom>
          <a:noFill/>
        </p:spPr>
        <p:txBody>
          <a:bodyPr wrap="square" lIns="0" rIns="0" tIns="0" bIns="0" anchor="t">
            <a:spAutoFit/>
          </a:bodyPr>
          <a:lstStyle/>
          <a:p>
            <a:pPr algn="l">
              <a:spcAft>
                <a:spcPts val="400"/>
              </a:spcAft>
            </a:pPr>
            <a:r>
              <a:rPr sz="2200" b="1">
                <a:solidFill>
                  <a:srgbClr val="006DAE"/>
                </a:solidFill>
                <a:latin typeface="Arial"/>
              </a:rPr>
              <a:t>Live demo</a:t>
            </a:r>
          </a:p>
          <a:p>
            <a:pPr algn="l">
              <a:spcAft>
                <a:spcPts val="400"/>
              </a:spcAft>
            </a:pPr>
            <a:r>
              <a:rPr sz="1600" b="0">
                <a:solidFill>
                  <a:srgbClr val="1A1A1A"/>
                </a:solidFill>
                <a:latin typeface="Arial"/>
              </a:rPr>
              <a:t>Upload a voice note, call or video.</a:t>
            </a:r>
          </a:p>
          <a:p>
            <a:pPr algn="l">
              <a:spcAft>
                <a:spcPts val="400"/>
              </a:spcAft>
            </a:pPr>
            <a:r>
              <a:rPr sz="1600" b="0">
                <a:solidFill>
                  <a:srgbClr val="1A1A1A"/>
                </a:solidFill>
                <a:latin typeface="Arial"/>
              </a:rPr>
              <a:t>Get a score against a line drawn on screen.</a:t>
            </a:r>
          </a:p>
          <a:p>
            <a:pPr algn="l">
              <a:spcAft>
                <a:spcPts val="400"/>
              </a:spcAft>
            </a:pPr>
            <a:r>
              <a:rPr sz="1600" b="0">
                <a:solidFill>
                  <a:srgbClr val="1A1A1A"/>
                </a:solidFill>
                <a:latin typeface="Arial"/>
              </a:rPr>
              <a:t>See how often the model is wrong.</a:t>
            </a:r>
          </a:p>
          <a:p>
            <a:pPr algn="l">
              <a:spcAft>
                <a:spcPts val="400"/>
              </a:spcAft>
            </a:pPr>
            <a:r>
              <a:rPr sz="1300" b="0">
                <a:solidFill>
                  <a:srgbClr val="595959"/>
                </a:solidFill>
                <a:latin typeface="Arial"/>
              </a:rPr>
              <a:t>soundsentinal.mohidkhanzada.workers.dev</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FROM A CLIP TO A READING IN ABOUT A SECOND</a:t>
            </a:r>
          </a:p>
        </p:txBody>
      </p:sp>
      <p:sp>
        <p:nvSpPr>
          <p:cNvPr id="3" name="Text Placeholder 2"/>
          <p:cNvSpPr>
            <a:spLocks noGrp="1"/>
          </p:cNvSpPr>
          <p:nvPr>
            <p:ph type="body" idx="13" sz="quarter"/>
          </p:nvPr>
        </p:nvSpPr>
        <p:spPr/>
        <p:txBody>
          <a:bodyPr/>
          <a:lstStyle/>
          <a:p>
            <a:r>
              <a:t>HOW IT WORKS</a:t>
            </a:r>
          </a:p>
        </p:txBody>
      </p:sp>
      <p:sp>
        <p:nvSpPr>
          <p:cNvPr id="4" name="Rounded Rectangle 3"/>
          <p:cNvSpPr/>
          <p:nvPr/>
        </p:nvSpPr>
        <p:spPr>
          <a:xfrm>
            <a:off x="502920" y="1965960"/>
            <a:ext cx="1874519" cy="169164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48840"/>
            <a:ext cx="1508760" cy="457200"/>
          </a:xfrm>
          <a:prstGeom prst="rect">
            <a:avLst/>
          </a:prstGeom>
          <a:noFill/>
        </p:spPr>
        <p:txBody>
          <a:bodyPr wrap="square" lIns="0" rIns="0" tIns="0" bIns="0" anchor="t">
            <a:spAutoFit/>
          </a:bodyPr>
          <a:lstStyle/>
          <a:p>
            <a:pPr algn="l">
              <a:spcAft>
                <a:spcPts val="400"/>
              </a:spcAft>
            </a:pPr>
            <a:r>
              <a:rPr sz="2000" b="1">
                <a:solidFill>
                  <a:srgbClr val="1A1A1A"/>
                </a:solidFill>
                <a:latin typeface="Arial"/>
              </a:rPr>
              <a:t>Upload</a:t>
            </a:r>
          </a:p>
        </p:txBody>
      </p:sp>
      <p:sp>
        <p:nvSpPr>
          <p:cNvPr id="6" name="TextBox 5"/>
          <p:cNvSpPr txBox="1"/>
          <p:nvPr/>
        </p:nvSpPr>
        <p:spPr>
          <a:xfrm>
            <a:off x="685800" y="2697480"/>
            <a:ext cx="1508760" cy="914400"/>
          </a:xfrm>
          <a:prstGeom prst="rect">
            <a:avLst/>
          </a:prstGeom>
          <a:noFill/>
        </p:spPr>
        <p:txBody>
          <a:bodyPr wrap="square" lIns="0" rIns="0" tIns="0" bIns="0" anchor="t">
            <a:spAutoFit/>
          </a:bodyPr>
          <a:lstStyle/>
          <a:p>
            <a:pPr algn="l">
              <a:spcAft>
                <a:spcPts val="400"/>
              </a:spcAft>
            </a:pPr>
            <a:r>
              <a:rPr sz="1300" b="0">
                <a:solidFill>
                  <a:srgbClr val="1A1A1A"/>
                </a:solidFill>
                <a:latin typeface="Arial"/>
              </a:rPr>
              <a:t>audio or video;</a:t>
            </a:r>
          </a:p>
          <a:p>
            <a:pPr algn="l">
              <a:spcAft>
                <a:spcPts val="400"/>
              </a:spcAft>
            </a:pPr>
            <a:r>
              <a:rPr sz="1300" b="0">
                <a:solidFill>
                  <a:srgbClr val="1A1A1A"/>
                </a:solidFill>
                <a:latin typeface="Arial"/>
              </a:rPr>
              <a:t>never stored</a:t>
            </a:r>
          </a:p>
        </p:txBody>
      </p:sp>
      <p:sp>
        <p:nvSpPr>
          <p:cNvPr id="7" name="Right Arrow 6"/>
          <p:cNvSpPr/>
          <p:nvPr/>
        </p:nvSpPr>
        <p:spPr>
          <a:xfrm>
            <a:off x="2441447" y="2679192"/>
            <a:ext cx="283464" cy="274320"/>
          </a:xfrm>
          <a:prstGeom prst="rightArrow">
            <a:avLst/>
          </a:prstGeom>
          <a:solidFill>
            <a:srgbClr val="C8D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88920" y="1965960"/>
            <a:ext cx="1874519" cy="169164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71800" y="2148840"/>
            <a:ext cx="1508760" cy="457200"/>
          </a:xfrm>
          <a:prstGeom prst="rect">
            <a:avLst/>
          </a:prstGeom>
          <a:noFill/>
        </p:spPr>
        <p:txBody>
          <a:bodyPr wrap="square" lIns="0" rIns="0" tIns="0" bIns="0" anchor="t">
            <a:spAutoFit/>
          </a:bodyPr>
          <a:lstStyle/>
          <a:p>
            <a:pPr algn="l">
              <a:spcAft>
                <a:spcPts val="400"/>
              </a:spcAft>
            </a:pPr>
            <a:r>
              <a:rPr sz="2000" b="1">
                <a:solidFill>
                  <a:srgbClr val="1A1A1A"/>
                </a:solidFill>
                <a:latin typeface="Arial"/>
              </a:rPr>
              <a:t>Prepare</a:t>
            </a:r>
          </a:p>
        </p:txBody>
      </p:sp>
      <p:sp>
        <p:nvSpPr>
          <p:cNvPr id="10" name="TextBox 9"/>
          <p:cNvSpPr txBox="1"/>
          <p:nvPr/>
        </p:nvSpPr>
        <p:spPr>
          <a:xfrm>
            <a:off x="2971800" y="2697480"/>
            <a:ext cx="1508760" cy="914400"/>
          </a:xfrm>
          <a:prstGeom prst="rect">
            <a:avLst/>
          </a:prstGeom>
          <a:noFill/>
        </p:spPr>
        <p:txBody>
          <a:bodyPr wrap="square" lIns="0" rIns="0" tIns="0" bIns="0" anchor="t">
            <a:spAutoFit/>
          </a:bodyPr>
          <a:lstStyle/>
          <a:p>
            <a:pPr algn="l">
              <a:spcAft>
                <a:spcPts val="400"/>
              </a:spcAft>
            </a:pPr>
            <a:r>
              <a:rPr sz="1300" b="0">
                <a:solidFill>
                  <a:srgbClr val="1A1A1A"/>
                </a:solidFill>
                <a:latin typeface="Arial"/>
              </a:rPr>
              <a:t>16 kHz mono,</a:t>
            </a:r>
          </a:p>
          <a:p>
            <a:pPr algn="l">
              <a:spcAft>
                <a:spcPts val="400"/>
              </a:spcAft>
            </a:pPr>
            <a:r>
              <a:rPr sz="1300" b="0">
                <a:solidFill>
                  <a:srgbClr val="1A1A1A"/>
                </a:solidFill>
                <a:latin typeface="Arial"/>
              </a:rPr>
              <a:t>first 4 seconds</a:t>
            </a:r>
          </a:p>
        </p:txBody>
      </p:sp>
      <p:sp>
        <p:nvSpPr>
          <p:cNvPr id="11" name="Right Arrow 10"/>
          <p:cNvSpPr/>
          <p:nvPr/>
        </p:nvSpPr>
        <p:spPr>
          <a:xfrm>
            <a:off x="4727448" y="2679192"/>
            <a:ext cx="283464" cy="274320"/>
          </a:xfrm>
          <a:prstGeom prst="rightArrow">
            <a:avLst/>
          </a:prstGeom>
          <a:solidFill>
            <a:srgbClr val="C8D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74920" y="1965960"/>
            <a:ext cx="1874519" cy="169164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57800" y="2148840"/>
            <a:ext cx="1508760" cy="457200"/>
          </a:xfrm>
          <a:prstGeom prst="rect">
            <a:avLst/>
          </a:prstGeom>
          <a:noFill/>
        </p:spPr>
        <p:txBody>
          <a:bodyPr wrap="square" lIns="0" rIns="0" tIns="0" bIns="0" anchor="t">
            <a:spAutoFit/>
          </a:bodyPr>
          <a:lstStyle/>
          <a:p>
            <a:pPr algn="l">
              <a:spcAft>
                <a:spcPts val="400"/>
              </a:spcAft>
            </a:pPr>
            <a:r>
              <a:rPr sz="2000" b="1">
                <a:solidFill>
                  <a:srgbClr val="1A1A1A"/>
                </a:solidFill>
                <a:latin typeface="Arial"/>
              </a:rPr>
              <a:t>Listen</a:t>
            </a:r>
          </a:p>
        </p:txBody>
      </p:sp>
      <p:sp>
        <p:nvSpPr>
          <p:cNvPr id="14" name="TextBox 13"/>
          <p:cNvSpPr txBox="1"/>
          <p:nvPr/>
        </p:nvSpPr>
        <p:spPr>
          <a:xfrm>
            <a:off x="5257800" y="2697480"/>
            <a:ext cx="1508760" cy="914400"/>
          </a:xfrm>
          <a:prstGeom prst="rect">
            <a:avLst/>
          </a:prstGeom>
          <a:noFill/>
        </p:spPr>
        <p:txBody>
          <a:bodyPr wrap="square" lIns="0" rIns="0" tIns="0" bIns="0" anchor="t">
            <a:spAutoFit/>
          </a:bodyPr>
          <a:lstStyle/>
          <a:p>
            <a:pPr algn="l">
              <a:spcAft>
                <a:spcPts val="400"/>
              </a:spcAft>
            </a:pPr>
            <a:r>
              <a:rPr sz="1300" b="0">
                <a:solidFill>
                  <a:srgbClr val="1A1A1A"/>
                </a:solidFill>
                <a:latin typeface="Arial"/>
              </a:rPr>
              <a:t>speech model pre-trained</a:t>
            </a:r>
          </a:p>
          <a:p>
            <a:pPr algn="l">
              <a:spcAft>
                <a:spcPts val="400"/>
              </a:spcAft>
            </a:pPr>
            <a:r>
              <a:rPr sz="1300" b="0">
                <a:solidFill>
                  <a:srgbClr val="1A1A1A"/>
                </a:solidFill>
                <a:latin typeface="Arial"/>
              </a:rPr>
              <a:t>on 128 languages</a:t>
            </a:r>
          </a:p>
        </p:txBody>
      </p:sp>
      <p:sp>
        <p:nvSpPr>
          <p:cNvPr id="15" name="Right Arrow 14"/>
          <p:cNvSpPr/>
          <p:nvPr/>
        </p:nvSpPr>
        <p:spPr>
          <a:xfrm>
            <a:off x="7013448" y="2679192"/>
            <a:ext cx="283464" cy="274320"/>
          </a:xfrm>
          <a:prstGeom prst="rightArrow">
            <a:avLst/>
          </a:prstGeom>
          <a:solidFill>
            <a:srgbClr val="C8D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60920" y="1965960"/>
            <a:ext cx="1874519" cy="169164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43800" y="2148840"/>
            <a:ext cx="1508760" cy="457200"/>
          </a:xfrm>
          <a:prstGeom prst="rect">
            <a:avLst/>
          </a:prstGeom>
          <a:noFill/>
        </p:spPr>
        <p:txBody>
          <a:bodyPr wrap="square" lIns="0" rIns="0" tIns="0" bIns="0" anchor="t">
            <a:spAutoFit/>
          </a:bodyPr>
          <a:lstStyle/>
          <a:p>
            <a:pPr algn="l">
              <a:spcAft>
                <a:spcPts val="400"/>
              </a:spcAft>
            </a:pPr>
            <a:r>
              <a:rPr sz="2000" b="1">
                <a:solidFill>
                  <a:srgbClr val="1A1A1A"/>
                </a:solidFill>
                <a:latin typeface="Arial"/>
              </a:rPr>
              <a:t>Score</a:t>
            </a:r>
          </a:p>
        </p:txBody>
      </p:sp>
      <p:sp>
        <p:nvSpPr>
          <p:cNvPr id="18" name="TextBox 17"/>
          <p:cNvSpPr txBox="1"/>
          <p:nvPr/>
        </p:nvSpPr>
        <p:spPr>
          <a:xfrm>
            <a:off x="7543800" y="2697480"/>
            <a:ext cx="1508760" cy="914400"/>
          </a:xfrm>
          <a:prstGeom prst="rect">
            <a:avLst/>
          </a:prstGeom>
          <a:noFill/>
        </p:spPr>
        <p:txBody>
          <a:bodyPr wrap="square" lIns="0" rIns="0" tIns="0" bIns="0" anchor="t">
            <a:spAutoFit/>
          </a:bodyPr>
          <a:lstStyle/>
          <a:p>
            <a:pPr algn="l">
              <a:spcAft>
                <a:spcPts val="400"/>
              </a:spcAft>
            </a:pPr>
            <a:r>
              <a:rPr sz="1300" b="0">
                <a:solidFill>
                  <a:srgbClr val="1A1A1A"/>
                </a:solidFill>
                <a:latin typeface="Arial"/>
              </a:rPr>
              <a:t>how synthetic</a:t>
            </a:r>
          </a:p>
          <a:p>
            <a:pPr algn="l">
              <a:spcAft>
                <a:spcPts val="400"/>
              </a:spcAft>
            </a:pPr>
            <a:r>
              <a:rPr sz="1300" b="0">
                <a:solidFill>
                  <a:srgbClr val="1A1A1A"/>
                </a:solidFill>
                <a:latin typeface="Arial"/>
              </a:rPr>
              <a:t>it sounds</a:t>
            </a:r>
          </a:p>
        </p:txBody>
      </p:sp>
      <p:sp>
        <p:nvSpPr>
          <p:cNvPr id="19" name="Right Arrow 18"/>
          <p:cNvSpPr/>
          <p:nvPr/>
        </p:nvSpPr>
        <p:spPr>
          <a:xfrm>
            <a:off x="9299448" y="2679192"/>
            <a:ext cx="283464" cy="274320"/>
          </a:xfrm>
          <a:prstGeom prst="rightArrow">
            <a:avLst/>
          </a:prstGeom>
          <a:solidFill>
            <a:srgbClr val="C8D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646920" y="1965960"/>
            <a:ext cx="1874519" cy="1691640"/>
          </a:xfrm>
          <a:prstGeom prst="roundRect">
            <a:avLst>
              <a:gd name="adj" fmla="val 8000"/>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29800" y="2148840"/>
            <a:ext cx="1508760" cy="457200"/>
          </a:xfrm>
          <a:prstGeom prst="rect">
            <a:avLst/>
          </a:prstGeom>
          <a:noFill/>
        </p:spPr>
        <p:txBody>
          <a:bodyPr wrap="square" lIns="0" rIns="0" tIns="0" bIns="0" anchor="t">
            <a:spAutoFit/>
          </a:bodyPr>
          <a:lstStyle/>
          <a:p>
            <a:pPr algn="l">
              <a:spcAft>
                <a:spcPts val="400"/>
              </a:spcAft>
            </a:pPr>
            <a:r>
              <a:rPr sz="2000" b="1">
                <a:solidFill>
                  <a:srgbClr val="FFFFFF"/>
                </a:solidFill>
                <a:latin typeface="Arial"/>
              </a:rPr>
              <a:t>Compare</a:t>
            </a:r>
          </a:p>
        </p:txBody>
      </p:sp>
      <p:sp>
        <p:nvSpPr>
          <p:cNvPr id="22" name="TextBox 21"/>
          <p:cNvSpPr txBox="1"/>
          <p:nvPr/>
        </p:nvSpPr>
        <p:spPr>
          <a:xfrm>
            <a:off x="9829800" y="2697480"/>
            <a:ext cx="1508760" cy="914400"/>
          </a:xfrm>
          <a:prstGeom prst="rect">
            <a:avLst/>
          </a:prstGeom>
          <a:noFill/>
        </p:spPr>
        <p:txBody>
          <a:bodyPr wrap="square" lIns="0" rIns="0" tIns="0" bIns="0" anchor="t">
            <a:spAutoFit/>
          </a:bodyPr>
          <a:lstStyle/>
          <a:p>
            <a:pPr algn="l">
              <a:spcAft>
                <a:spcPts val="400"/>
              </a:spcAft>
            </a:pPr>
            <a:r>
              <a:rPr sz="1300" b="0">
                <a:solidFill>
                  <a:srgbClr val="FFFFFF"/>
                </a:solidFill>
                <a:latin typeface="Arial"/>
              </a:rPr>
              <a:t>with a line set on</a:t>
            </a:r>
          </a:p>
          <a:p>
            <a:pPr algn="l">
              <a:spcAft>
                <a:spcPts val="400"/>
              </a:spcAft>
            </a:pPr>
            <a:r>
              <a:rPr sz="1300" b="0">
                <a:solidFill>
                  <a:srgbClr val="FFFFFF"/>
                </a:solidFill>
                <a:latin typeface="Arial"/>
              </a:rPr>
              <a:t>real speech</a:t>
            </a:r>
          </a:p>
        </p:txBody>
      </p:sp>
      <p:pic>
        <p:nvPicPr>
          <p:cNvPr id="23" name="Picture 22" descr="image.png"/>
          <p:cNvPicPr>
            <a:picLocks noChangeAspect="1"/>
          </p:cNvPicPr>
          <p:nvPr/>
        </p:nvPicPr>
        <p:blipFill>
          <a:blip r:embed="rId2"/>
          <a:stretch>
            <a:fillRect/>
          </a:stretch>
        </p:blipFill>
        <p:spPr>
          <a:xfrm>
            <a:off x="2423160" y="3886200"/>
            <a:ext cx="7315200" cy="2122438"/>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THE BENCHMARK MISLED US</a:t>
            </a:r>
          </a:p>
        </p:txBody>
      </p:sp>
      <p:sp>
        <p:nvSpPr>
          <p:cNvPr id="3" name="Text Placeholder 2"/>
          <p:cNvSpPr>
            <a:spLocks noGrp="1"/>
          </p:cNvSpPr>
          <p:nvPr>
            <p:ph type="body" idx="13" sz="quarter"/>
          </p:nvPr>
        </p:nvSpPr>
        <p:spPr/>
        <p:txBody>
          <a:bodyPr/>
          <a:lstStyle/>
          <a:p>
            <a:r>
              <a:t>WHY THESE CHOICES</a:t>
            </a:r>
          </a:p>
        </p:txBody>
      </p:sp>
      <p:sp>
        <p:nvSpPr>
          <p:cNvPr id="4" name="Rounded Rectangle 3"/>
          <p:cNvSpPr/>
          <p:nvPr/>
        </p:nvSpPr>
        <p:spPr>
          <a:xfrm>
            <a:off x="502920" y="1920240"/>
            <a:ext cx="3520440" cy="25146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57400"/>
            <a:ext cx="3108960" cy="457200"/>
          </a:xfrm>
          <a:prstGeom prst="rect">
            <a:avLst/>
          </a:prstGeom>
          <a:noFill/>
        </p:spPr>
        <p:txBody>
          <a:bodyPr wrap="square" lIns="0" rIns="0" tIns="0" bIns="0" anchor="t">
            <a:spAutoFit/>
          </a:bodyPr>
          <a:lstStyle/>
          <a:p>
            <a:pPr algn="l">
              <a:spcAft>
                <a:spcPts val="400"/>
              </a:spcAft>
            </a:pPr>
            <a:r>
              <a:rPr sz="2000" b="1">
                <a:solidFill>
                  <a:srgbClr val="1A1A1A"/>
                </a:solidFill>
                <a:latin typeface="Arial"/>
              </a:rPr>
              <a:t>Small CNN</a:t>
            </a:r>
            <a:r>
              <a:rPr sz="1200" b="0">
                <a:solidFill>
                  <a:srgbClr val="595959"/>
                </a:solidFill>
                <a:latin typeface="Arial"/>
              </a:rPr>
              <a:t>   267k parameters</a:t>
            </a:r>
          </a:p>
        </p:txBody>
      </p:sp>
      <p:sp>
        <p:nvSpPr>
          <p:cNvPr id="6" name="TextBox 5"/>
          <p:cNvSpPr txBox="1"/>
          <p:nvPr/>
        </p:nvSpPr>
        <p:spPr>
          <a:xfrm>
            <a:off x="731520" y="2697480"/>
            <a:ext cx="1463040" cy="1463040"/>
          </a:xfrm>
          <a:prstGeom prst="rect">
            <a:avLst/>
          </a:prstGeom>
          <a:noFill/>
        </p:spPr>
        <p:txBody>
          <a:bodyPr wrap="square" lIns="0" rIns="0" tIns="0" bIns="0" anchor="t">
            <a:spAutoFit/>
          </a:bodyPr>
          <a:lstStyle/>
          <a:p>
            <a:pPr algn="l">
              <a:spcAft>
                <a:spcPts val="400"/>
              </a:spcAft>
            </a:pPr>
            <a:r>
              <a:rPr sz="3000" b="1">
                <a:solidFill>
                  <a:srgbClr val="1A1A1A"/>
                </a:solidFill>
                <a:latin typeface="Arial"/>
              </a:rPr>
              <a:t>10.2%</a:t>
            </a:r>
          </a:p>
          <a:p>
            <a:pPr algn="l">
              <a:spcAft>
                <a:spcPts val="400"/>
              </a:spcAft>
            </a:pPr>
            <a:r>
              <a:rPr sz="1200" b="0">
                <a:solidFill>
                  <a:srgbClr val="595959"/>
                </a:solidFill>
                <a:latin typeface="Arial"/>
              </a:rPr>
              <a:t>error on the
benchmark</a:t>
            </a:r>
          </a:p>
        </p:txBody>
      </p:sp>
      <p:sp>
        <p:nvSpPr>
          <p:cNvPr id="7" name="TextBox 6"/>
          <p:cNvSpPr txBox="1"/>
          <p:nvPr/>
        </p:nvSpPr>
        <p:spPr>
          <a:xfrm>
            <a:off x="2331720" y="2697480"/>
            <a:ext cx="1554480" cy="1463040"/>
          </a:xfrm>
          <a:prstGeom prst="rect">
            <a:avLst/>
          </a:prstGeom>
          <a:noFill/>
        </p:spPr>
        <p:txBody>
          <a:bodyPr wrap="square" lIns="0" rIns="0" tIns="0" bIns="0" anchor="t">
            <a:spAutoFit/>
          </a:bodyPr>
          <a:lstStyle/>
          <a:p>
            <a:pPr algn="l">
              <a:spcAft>
                <a:spcPts val="400"/>
              </a:spcAft>
            </a:pPr>
            <a:r>
              <a:rPr sz="3000" b="1">
                <a:solidFill>
                  <a:srgbClr val="1A1A1A"/>
                </a:solidFill>
                <a:latin typeface="Arial"/>
              </a:rPr>
              <a:t>58.5%</a:t>
            </a:r>
          </a:p>
          <a:p>
            <a:pPr algn="l">
              <a:spcAft>
                <a:spcPts val="400"/>
              </a:spcAft>
            </a:pPr>
            <a:r>
              <a:rPr sz="1200" b="0">
                <a:solidFill>
                  <a:srgbClr val="595959"/>
                </a:solidFill>
                <a:latin typeface="Arial"/>
              </a:rPr>
              <a:t>error on real-
world audio</a:t>
            </a:r>
          </a:p>
        </p:txBody>
      </p:sp>
      <p:sp>
        <p:nvSpPr>
          <p:cNvPr id="8" name="Rounded Rectangle 7"/>
          <p:cNvSpPr/>
          <p:nvPr/>
        </p:nvSpPr>
        <p:spPr>
          <a:xfrm>
            <a:off x="4297680" y="1920240"/>
            <a:ext cx="3520440" cy="25146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057400"/>
            <a:ext cx="3108960" cy="457200"/>
          </a:xfrm>
          <a:prstGeom prst="rect">
            <a:avLst/>
          </a:prstGeom>
          <a:noFill/>
        </p:spPr>
        <p:txBody>
          <a:bodyPr wrap="square" lIns="0" rIns="0" tIns="0" bIns="0" anchor="t">
            <a:spAutoFit/>
          </a:bodyPr>
          <a:lstStyle/>
          <a:p>
            <a:pPr algn="l">
              <a:spcAft>
                <a:spcPts val="400"/>
              </a:spcAft>
            </a:pPr>
            <a:r>
              <a:rPr sz="2000" b="1">
                <a:solidFill>
                  <a:srgbClr val="1A1A1A"/>
                </a:solidFill>
                <a:latin typeface="Arial"/>
              </a:rPr>
              <a:t>AASIST</a:t>
            </a:r>
            <a:r>
              <a:rPr sz="1200" b="0">
                <a:solidFill>
                  <a:srgbClr val="595959"/>
                </a:solidFill>
                <a:latin typeface="Arial"/>
              </a:rPr>
              <a:t>   297k parameters</a:t>
            </a:r>
          </a:p>
        </p:txBody>
      </p:sp>
      <p:sp>
        <p:nvSpPr>
          <p:cNvPr id="10" name="TextBox 9"/>
          <p:cNvSpPr txBox="1"/>
          <p:nvPr/>
        </p:nvSpPr>
        <p:spPr>
          <a:xfrm>
            <a:off x="4526280" y="2697480"/>
            <a:ext cx="1463040" cy="1463040"/>
          </a:xfrm>
          <a:prstGeom prst="rect">
            <a:avLst/>
          </a:prstGeom>
          <a:noFill/>
        </p:spPr>
        <p:txBody>
          <a:bodyPr wrap="square" lIns="0" rIns="0" tIns="0" bIns="0" anchor="t">
            <a:spAutoFit/>
          </a:bodyPr>
          <a:lstStyle/>
          <a:p>
            <a:pPr algn="l">
              <a:spcAft>
                <a:spcPts val="400"/>
              </a:spcAft>
            </a:pPr>
            <a:r>
              <a:rPr sz="3000" b="1">
                <a:solidFill>
                  <a:srgbClr val="1A1A1A"/>
                </a:solidFill>
                <a:latin typeface="Arial"/>
              </a:rPr>
              <a:t>3.2%</a:t>
            </a:r>
          </a:p>
          <a:p>
            <a:pPr algn="l">
              <a:spcAft>
                <a:spcPts val="400"/>
              </a:spcAft>
            </a:pPr>
            <a:r>
              <a:rPr sz="1200" b="0">
                <a:solidFill>
                  <a:srgbClr val="595959"/>
                </a:solidFill>
                <a:latin typeface="Arial"/>
              </a:rPr>
              <a:t>error on the
benchmark</a:t>
            </a:r>
          </a:p>
        </p:txBody>
      </p:sp>
      <p:sp>
        <p:nvSpPr>
          <p:cNvPr id="11" name="TextBox 10"/>
          <p:cNvSpPr txBox="1"/>
          <p:nvPr/>
        </p:nvSpPr>
        <p:spPr>
          <a:xfrm>
            <a:off x="6126480" y="2697480"/>
            <a:ext cx="1554480" cy="1463040"/>
          </a:xfrm>
          <a:prstGeom prst="rect">
            <a:avLst/>
          </a:prstGeom>
          <a:noFill/>
        </p:spPr>
        <p:txBody>
          <a:bodyPr wrap="square" lIns="0" rIns="0" tIns="0" bIns="0" anchor="t">
            <a:spAutoFit/>
          </a:bodyPr>
          <a:lstStyle/>
          <a:p>
            <a:pPr algn="l">
              <a:spcAft>
                <a:spcPts val="400"/>
              </a:spcAft>
            </a:pPr>
            <a:r>
              <a:rPr sz="3000" b="1">
                <a:solidFill>
                  <a:srgbClr val="1A1A1A"/>
                </a:solidFill>
                <a:latin typeface="Arial"/>
              </a:rPr>
              <a:t>37.2%</a:t>
            </a:r>
          </a:p>
          <a:p>
            <a:pPr algn="l">
              <a:spcAft>
                <a:spcPts val="400"/>
              </a:spcAft>
            </a:pPr>
            <a:r>
              <a:rPr sz="1200" b="0">
                <a:solidFill>
                  <a:srgbClr val="595959"/>
                </a:solidFill>
                <a:latin typeface="Arial"/>
              </a:rPr>
              <a:t>error on real-
world audio</a:t>
            </a:r>
          </a:p>
        </p:txBody>
      </p:sp>
      <p:sp>
        <p:nvSpPr>
          <p:cNvPr id="12" name="Rounded Rectangle 11"/>
          <p:cNvSpPr/>
          <p:nvPr/>
        </p:nvSpPr>
        <p:spPr>
          <a:xfrm>
            <a:off x="8092440" y="1920240"/>
            <a:ext cx="3520440" cy="2514600"/>
          </a:xfrm>
          <a:prstGeom prst="roundRect">
            <a:avLst>
              <a:gd name="adj" fmla="val 8000"/>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2057400"/>
            <a:ext cx="3108960" cy="457200"/>
          </a:xfrm>
          <a:prstGeom prst="rect">
            <a:avLst/>
          </a:prstGeom>
          <a:noFill/>
        </p:spPr>
        <p:txBody>
          <a:bodyPr wrap="square" lIns="0" rIns="0" tIns="0" bIns="0" anchor="t">
            <a:spAutoFit/>
          </a:bodyPr>
          <a:lstStyle/>
          <a:p>
            <a:pPr algn="l">
              <a:spcAft>
                <a:spcPts val="400"/>
              </a:spcAft>
            </a:pPr>
            <a:r>
              <a:rPr sz="2000" b="1">
                <a:solidFill>
                  <a:srgbClr val="FFFFFF"/>
                </a:solidFill>
                <a:latin typeface="Arial"/>
              </a:rPr>
              <a:t>SSL-AASIST</a:t>
            </a:r>
            <a:r>
              <a:rPr sz="1200" b="0">
                <a:solidFill>
                  <a:srgbClr val="FFFFFF"/>
                </a:solidFill>
                <a:latin typeface="Arial"/>
              </a:rPr>
              <a:t>   316M, pre-trained</a:t>
            </a:r>
          </a:p>
        </p:txBody>
      </p:sp>
      <p:sp>
        <p:nvSpPr>
          <p:cNvPr id="14" name="TextBox 13"/>
          <p:cNvSpPr txBox="1"/>
          <p:nvPr/>
        </p:nvSpPr>
        <p:spPr>
          <a:xfrm>
            <a:off x="8321040" y="2697480"/>
            <a:ext cx="1463040" cy="1463040"/>
          </a:xfrm>
          <a:prstGeom prst="rect">
            <a:avLst/>
          </a:prstGeom>
          <a:noFill/>
        </p:spPr>
        <p:txBody>
          <a:bodyPr wrap="square" lIns="0" rIns="0" tIns="0" bIns="0" anchor="t">
            <a:spAutoFit/>
          </a:bodyPr>
          <a:lstStyle/>
          <a:p>
            <a:pPr algn="l">
              <a:spcAft>
                <a:spcPts val="400"/>
              </a:spcAft>
            </a:pPr>
            <a:r>
              <a:rPr sz="3000" b="1">
                <a:solidFill>
                  <a:srgbClr val="FFFFFF"/>
                </a:solidFill>
                <a:latin typeface="Arial"/>
              </a:rPr>
              <a:t>1.0%</a:t>
            </a:r>
          </a:p>
          <a:p>
            <a:pPr algn="l">
              <a:spcAft>
                <a:spcPts val="400"/>
              </a:spcAft>
            </a:pPr>
            <a:r>
              <a:rPr sz="1200" b="0">
                <a:solidFill>
                  <a:srgbClr val="FFFFFF"/>
                </a:solidFill>
                <a:latin typeface="Arial"/>
              </a:rPr>
              <a:t>error on the
benchmark</a:t>
            </a:r>
          </a:p>
        </p:txBody>
      </p:sp>
      <p:sp>
        <p:nvSpPr>
          <p:cNvPr id="15" name="TextBox 14"/>
          <p:cNvSpPr txBox="1"/>
          <p:nvPr/>
        </p:nvSpPr>
        <p:spPr>
          <a:xfrm>
            <a:off x="9921240" y="2697480"/>
            <a:ext cx="1554480" cy="1463040"/>
          </a:xfrm>
          <a:prstGeom prst="rect">
            <a:avLst/>
          </a:prstGeom>
          <a:noFill/>
        </p:spPr>
        <p:txBody>
          <a:bodyPr wrap="square" lIns="0" rIns="0" tIns="0" bIns="0" anchor="t">
            <a:spAutoFit/>
          </a:bodyPr>
          <a:lstStyle/>
          <a:p>
            <a:pPr algn="l">
              <a:spcAft>
                <a:spcPts val="400"/>
              </a:spcAft>
            </a:pPr>
            <a:r>
              <a:rPr sz="3000" b="1">
                <a:solidFill>
                  <a:srgbClr val="FFFFFF"/>
                </a:solidFill>
                <a:latin typeface="Arial"/>
              </a:rPr>
              <a:t>1.5%</a:t>
            </a:r>
          </a:p>
          <a:p>
            <a:pPr algn="l">
              <a:spcAft>
                <a:spcPts val="400"/>
              </a:spcAft>
            </a:pPr>
            <a:r>
              <a:rPr sz="1200" b="0">
                <a:solidFill>
                  <a:srgbClr val="FFFFFF"/>
                </a:solidFill>
                <a:latin typeface="Arial"/>
              </a:rPr>
              <a:t>error on real-
world audio</a:t>
            </a:r>
          </a:p>
        </p:txBody>
      </p:sp>
      <p:sp>
        <p:nvSpPr>
          <p:cNvPr id="16" name="TextBox 15"/>
          <p:cNvSpPr txBox="1"/>
          <p:nvPr/>
        </p:nvSpPr>
        <p:spPr>
          <a:xfrm>
            <a:off x="502920" y="4709160"/>
            <a:ext cx="5486400" cy="1463040"/>
          </a:xfrm>
          <a:prstGeom prst="rect">
            <a:avLst/>
          </a:prstGeom>
          <a:noFill/>
        </p:spPr>
        <p:txBody>
          <a:bodyPr wrap="square" lIns="0" rIns="0" tIns="0" bIns="0" anchor="t">
            <a:spAutoFit/>
          </a:bodyPr>
          <a:lstStyle/>
          <a:p>
            <a:pPr algn="l">
              <a:spcAft>
                <a:spcPts val="400"/>
              </a:spcAft>
            </a:pPr>
            <a:r>
              <a:rPr sz="1700" b="1">
                <a:solidFill>
                  <a:srgbClr val="006DAE"/>
                </a:solidFill>
                <a:latin typeface="Arial"/>
              </a:rPr>
              <a:t>A reading, not a verdict</a:t>
            </a:r>
          </a:p>
          <a:p>
            <a:pPr algn="l">
              <a:spcAft>
                <a:spcPts val="400"/>
              </a:spcAft>
            </a:pPr>
            <a:r>
              <a:rPr sz="1400" b="0">
                <a:solidFill>
                  <a:srgbClr val="1A1A1A"/>
                </a:solidFill>
                <a:latin typeface="Arial"/>
              </a:rPr>
              <a:t>Any detector must pick a line. We show it, and its error rates.</a:t>
            </a:r>
          </a:p>
        </p:txBody>
      </p:sp>
      <p:sp>
        <p:nvSpPr>
          <p:cNvPr id="17" name="TextBox 16"/>
          <p:cNvSpPr txBox="1"/>
          <p:nvPr/>
        </p:nvSpPr>
        <p:spPr>
          <a:xfrm>
            <a:off x="6172200" y="4709160"/>
            <a:ext cx="5486400" cy="1463040"/>
          </a:xfrm>
          <a:prstGeom prst="rect">
            <a:avLst/>
          </a:prstGeom>
          <a:noFill/>
        </p:spPr>
        <p:txBody>
          <a:bodyPr wrap="square" lIns="0" rIns="0" tIns="0" bIns="0" anchor="t">
            <a:spAutoFit/>
          </a:bodyPr>
          <a:lstStyle/>
          <a:p>
            <a:pPr algn="l">
              <a:spcAft>
                <a:spcPts val="400"/>
              </a:spcAft>
            </a:pPr>
            <a:r>
              <a:rPr sz="1700" b="1">
                <a:solidFill>
                  <a:srgbClr val="006DAE"/>
                </a:solidFill>
                <a:latin typeface="Arial"/>
              </a:rPr>
              <a:t>Privacy where it matters</a:t>
            </a:r>
          </a:p>
          <a:p>
            <a:pPr algn="l">
              <a:spcAft>
                <a:spcPts val="400"/>
              </a:spcAft>
            </a:pPr>
            <a:r>
              <a:rPr sz="1400" b="0">
                <a:solidFill>
                  <a:srgbClr val="1A1A1A"/>
                </a:solidFill>
                <a:latin typeface="Arial"/>
              </a:rPr>
              <a:t>Private training cost 7.7 points of error and protected only public data. We protect your clip instead: never stored.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REAL-WORLD ERROR RATE, LOWER IS BETTER</a:t>
            </a:r>
          </a:p>
        </p:txBody>
      </p:sp>
      <p:sp>
        <p:nvSpPr>
          <p:cNvPr id="3" name="Text Placeholder 2"/>
          <p:cNvSpPr>
            <a:spLocks noGrp="1"/>
          </p:cNvSpPr>
          <p:nvPr>
            <p:ph type="body" idx="13" sz="quarter"/>
          </p:nvPr>
        </p:nvSpPr>
        <p:spPr/>
        <p:txBody>
          <a:bodyPr/>
          <a:lstStyle/>
          <a:p>
            <a:r>
              <a:t>THE JOURNEY: 37% TO 1.5%</a:t>
            </a:r>
          </a:p>
        </p:txBody>
      </p:sp>
      <p:graphicFrame>
        <p:nvGraphicFramePr>
          <p:cNvPr id="4" name="Chart 3"/>
          <p:cNvGraphicFramePr>
            <a:graphicFrameLocks noGrp="1"/>
          </p:cNvGraphicFramePr>
          <p:nvPr/>
        </p:nvGraphicFramePr>
        <p:xfrm>
          <a:off x="457200" y="1783080"/>
          <a:ext cx="7498079" cy="4251960"/>
        </p:xfrm>
        <a:graphic>
          <a:graphicData uri="http://schemas.openxmlformats.org/drawingml/2006/chart">
            <c:chart xmlns:c="http://schemas.openxmlformats.org/drawingml/2006/chart" r:id="rId2"/>
          </a:graphicData>
        </a:graphic>
      </p:graphicFrame>
      <p:sp>
        <p:nvSpPr>
          <p:cNvPr id="5" name="TextBox 4"/>
          <p:cNvSpPr txBox="1"/>
          <p:nvPr/>
        </p:nvSpPr>
        <p:spPr>
          <a:xfrm>
            <a:off x="8321040" y="2011680"/>
            <a:ext cx="3474720" cy="4023360"/>
          </a:xfrm>
          <a:prstGeom prst="rect">
            <a:avLst/>
          </a:prstGeom>
          <a:noFill/>
        </p:spPr>
        <p:txBody>
          <a:bodyPr wrap="square" lIns="0" rIns="0" tIns="0" bIns="0" anchor="t">
            <a:spAutoFit/>
          </a:bodyPr>
          <a:lstStyle/>
          <a:p>
            <a:pPr algn="l">
              <a:spcAft>
                <a:spcPts val="400"/>
              </a:spcAft>
            </a:pPr>
            <a:r>
              <a:rPr sz="1700" b="1">
                <a:solidFill>
                  <a:srgbClr val="C44E1F"/>
                </a:solidFill>
                <a:latin typeface="Arial"/>
              </a:rPr>
              <a:t>Setback</a:t>
            </a:r>
          </a:p>
          <a:p>
            <a:pPr algn="l">
              <a:spcAft>
                <a:spcPts val="400"/>
              </a:spcAft>
            </a:pPr>
            <a:r>
              <a:rPr sz="1400" b="0">
                <a:solidFill>
                  <a:srgbClr val="1A1A1A"/>
                </a:solidFill>
                <a:latin typeface="Arial"/>
              </a:rPr>
              <a:t>Trained on the benchmark, our models collapsed on real audio.</a:t>
            </a:r>
          </a:p>
          <a:p>
            <a:pPr algn="l">
              <a:spcAft>
                <a:spcPts val="400"/>
              </a:spcAft>
            </a:pPr>
            <a:r>
              <a:rPr sz="1700" b="1">
                <a:solidFill>
                  <a:srgbClr val="006DAE"/>
                </a:solidFill>
                <a:latin typeface="Arial"/>
              </a:rPr>
              <a:t>What fixed it</a:t>
            </a:r>
          </a:p>
          <a:p>
            <a:pPr algn="l">
              <a:spcAft>
                <a:spcPts val="400"/>
              </a:spcAft>
            </a:pPr>
            <a:r>
              <a:rPr sz="1400" b="0">
                <a:solidFill>
                  <a:srgbClr val="1A1A1A"/>
                </a:solidFill>
                <a:latin typeface="Arial"/>
              </a:rPr>
              <a:t>A pre-trained model, plus many different fake generators, including 66,000 clips we generated ourselves and the real recordings they were cloned from.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23 EXPERIMENTS IN 8 WEEKS</a:t>
            </a:r>
          </a:p>
        </p:txBody>
      </p:sp>
      <p:sp>
        <p:nvSpPr>
          <p:cNvPr id="3" name="Text Placeholder 2"/>
          <p:cNvSpPr>
            <a:spLocks noGrp="1"/>
          </p:cNvSpPr>
          <p:nvPr>
            <p:ph type="body" idx="13" sz="quarter"/>
          </p:nvPr>
        </p:nvSpPr>
        <p:spPr/>
        <p:txBody>
          <a:bodyPr/>
          <a:lstStyle/>
          <a:p>
            <a:r>
              <a:t>PROJECT MANAGEMENT</a:t>
            </a:r>
          </a:p>
        </p:txBody>
      </p:sp>
      <p:sp>
        <p:nvSpPr>
          <p:cNvPr id="4" name="Rectangle 3"/>
          <p:cNvSpPr/>
          <p:nvPr/>
        </p:nvSpPr>
        <p:spPr>
          <a:xfrm>
            <a:off x="731520" y="2514600"/>
            <a:ext cx="10698480" cy="36576"/>
          </a:xfrm>
          <a:prstGeom prst="rect">
            <a:avLst/>
          </a:prstGeom>
          <a:solidFill>
            <a:srgbClr val="C8D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30936" y="2432304"/>
            <a:ext cx="201168" cy="201168"/>
          </a:xfrm>
          <a:prstGeom prst="ellipse">
            <a:avLst/>
          </a:prstGeom>
          <a:solidFill>
            <a:srgbClr val="006D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39" y="1920240"/>
            <a:ext cx="1645920" cy="365760"/>
          </a:xfrm>
          <a:prstGeom prst="rect">
            <a:avLst/>
          </a:prstGeom>
          <a:noFill/>
        </p:spPr>
        <p:txBody>
          <a:bodyPr wrap="square" lIns="0" rIns="0" tIns="0" bIns="0" anchor="t">
            <a:spAutoFit/>
          </a:bodyPr>
          <a:lstStyle/>
          <a:p>
            <a:pPr algn="ctr">
              <a:spcAft>
                <a:spcPts val="400"/>
              </a:spcAft>
            </a:pPr>
            <a:r>
              <a:rPr sz="1300" b="1">
                <a:solidFill>
                  <a:srgbClr val="1A1A1A"/>
                </a:solidFill>
                <a:latin typeface="Arial"/>
              </a:rPr>
              <a:t>17 Aug</a:t>
            </a:r>
          </a:p>
        </p:txBody>
      </p:sp>
      <p:sp>
        <p:nvSpPr>
          <p:cNvPr id="7" name="TextBox 6"/>
          <p:cNvSpPr txBox="1"/>
          <p:nvPr/>
        </p:nvSpPr>
        <p:spPr>
          <a:xfrm>
            <a:off x="-91439" y="2743200"/>
            <a:ext cx="1645920" cy="640080"/>
          </a:xfrm>
          <a:prstGeom prst="rect">
            <a:avLst/>
          </a:prstGeom>
          <a:noFill/>
        </p:spPr>
        <p:txBody>
          <a:bodyPr wrap="square" lIns="0" rIns="0" tIns="0" bIns="0" anchor="t">
            <a:spAutoFit/>
          </a:bodyPr>
          <a:lstStyle/>
          <a:p>
            <a:pPr algn="ctr">
              <a:spcAft>
                <a:spcPts val="400"/>
              </a:spcAft>
            </a:pPr>
            <a:r>
              <a:rPr sz="1300" b="0">
                <a:solidFill>
                  <a:srgbClr val="595959"/>
                </a:solidFill>
                <a:latin typeface="Arial"/>
              </a:rPr>
              <a:t>Model chosen</a:t>
            </a:r>
          </a:p>
        </p:txBody>
      </p:sp>
      <p:sp>
        <p:nvSpPr>
          <p:cNvPr id="8" name="Oval 7"/>
          <p:cNvSpPr/>
          <p:nvPr/>
        </p:nvSpPr>
        <p:spPr>
          <a:xfrm>
            <a:off x="2414016" y="2432304"/>
            <a:ext cx="201168" cy="201168"/>
          </a:xfrm>
          <a:prstGeom prst="ellipse">
            <a:avLst/>
          </a:prstGeom>
          <a:solidFill>
            <a:srgbClr val="006D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91640" y="1920240"/>
            <a:ext cx="1645920" cy="365760"/>
          </a:xfrm>
          <a:prstGeom prst="rect">
            <a:avLst/>
          </a:prstGeom>
          <a:noFill/>
        </p:spPr>
        <p:txBody>
          <a:bodyPr wrap="square" lIns="0" rIns="0" tIns="0" bIns="0" anchor="t">
            <a:spAutoFit/>
          </a:bodyPr>
          <a:lstStyle/>
          <a:p>
            <a:pPr algn="ctr">
              <a:spcAft>
                <a:spcPts val="400"/>
              </a:spcAft>
            </a:pPr>
            <a:r>
              <a:rPr sz="1300" b="1">
                <a:solidFill>
                  <a:srgbClr val="1A1A1A"/>
                </a:solidFill>
                <a:latin typeface="Arial"/>
              </a:rPr>
              <a:t>14 Sep</a:t>
            </a:r>
          </a:p>
        </p:txBody>
      </p:sp>
      <p:sp>
        <p:nvSpPr>
          <p:cNvPr id="10" name="TextBox 9"/>
          <p:cNvSpPr txBox="1"/>
          <p:nvPr/>
        </p:nvSpPr>
        <p:spPr>
          <a:xfrm>
            <a:off x="1691640" y="2743200"/>
            <a:ext cx="1645920" cy="640080"/>
          </a:xfrm>
          <a:prstGeom prst="rect">
            <a:avLst/>
          </a:prstGeom>
          <a:noFill/>
        </p:spPr>
        <p:txBody>
          <a:bodyPr wrap="square" lIns="0" rIns="0" tIns="0" bIns="0" anchor="t">
            <a:spAutoFit/>
          </a:bodyPr>
          <a:lstStyle/>
          <a:p>
            <a:pPr algn="ctr">
              <a:spcAft>
                <a:spcPts val="400"/>
              </a:spcAft>
            </a:pPr>
            <a:r>
              <a:rPr sz="1300" b="0">
                <a:solidFill>
                  <a:srgbClr val="595959"/>
                </a:solidFill>
                <a:latin typeface="Arial"/>
              </a:rPr>
              <a:t>GPU cluster access</a:t>
            </a:r>
          </a:p>
        </p:txBody>
      </p:sp>
      <p:sp>
        <p:nvSpPr>
          <p:cNvPr id="11" name="Oval 10"/>
          <p:cNvSpPr/>
          <p:nvPr/>
        </p:nvSpPr>
        <p:spPr>
          <a:xfrm>
            <a:off x="4197096" y="2432304"/>
            <a:ext cx="201168" cy="201168"/>
          </a:xfrm>
          <a:prstGeom prst="ellipse">
            <a:avLst/>
          </a:prstGeom>
          <a:solidFill>
            <a:srgbClr val="C4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1920240"/>
            <a:ext cx="1645920" cy="365760"/>
          </a:xfrm>
          <a:prstGeom prst="rect">
            <a:avLst/>
          </a:prstGeom>
          <a:noFill/>
        </p:spPr>
        <p:txBody>
          <a:bodyPr wrap="square" lIns="0" rIns="0" tIns="0" bIns="0" anchor="t">
            <a:spAutoFit/>
          </a:bodyPr>
          <a:lstStyle/>
          <a:p>
            <a:pPr algn="ctr">
              <a:spcAft>
                <a:spcPts val="400"/>
              </a:spcAft>
            </a:pPr>
            <a:r>
              <a:rPr sz="1300" b="1">
                <a:solidFill>
                  <a:srgbClr val="1A1A1A"/>
                </a:solidFill>
                <a:latin typeface="Arial"/>
              </a:rPr>
              <a:t>21 Sep</a:t>
            </a:r>
          </a:p>
        </p:txBody>
      </p:sp>
      <p:sp>
        <p:nvSpPr>
          <p:cNvPr id="13" name="TextBox 12"/>
          <p:cNvSpPr txBox="1"/>
          <p:nvPr/>
        </p:nvSpPr>
        <p:spPr>
          <a:xfrm>
            <a:off x="3474720" y="2743200"/>
            <a:ext cx="1645920" cy="640080"/>
          </a:xfrm>
          <a:prstGeom prst="rect">
            <a:avLst/>
          </a:prstGeom>
          <a:noFill/>
        </p:spPr>
        <p:txBody>
          <a:bodyPr wrap="square" lIns="0" rIns="0" tIns="0" bIns="0" anchor="t">
            <a:spAutoFit/>
          </a:bodyPr>
          <a:lstStyle/>
          <a:p>
            <a:pPr algn="ctr">
              <a:spcAft>
                <a:spcPts val="400"/>
              </a:spcAft>
            </a:pPr>
            <a:r>
              <a:rPr sz="1300" b="0">
                <a:solidFill>
                  <a:srgbClr val="595959"/>
                </a:solidFill>
                <a:latin typeface="Arial"/>
              </a:rPr>
              <a:t>Real-world collapse</a:t>
            </a:r>
          </a:p>
        </p:txBody>
      </p:sp>
      <p:sp>
        <p:nvSpPr>
          <p:cNvPr id="14" name="Oval 13"/>
          <p:cNvSpPr/>
          <p:nvPr/>
        </p:nvSpPr>
        <p:spPr>
          <a:xfrm>
            <a:off x="5980175" y="2432304"/>
            <a:ext cx="201168" cy="201168"/>
          </a:xfrm>
          <a:prstGeom prst="ellipse">
            <a:avLst/>
          </a:prstGeom>
          <a:solidFill>
            <a:srgbClr val="006D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57799" y="1920240"/>
            <a:ext cx="1645920" cy="365760"/>
          </a:xfrm>
          <a:prstGeom prst="rect">
            <a:avLst/>
          </a:prstGeom>
          <a:noFill/>
        </p:spPr>
        <p:txBody>
          <a:bodyPr wrap="square" lIns="0" rIns="0" tIns="0" bIns="0" anchor="t">
            <a:spAutoFit/>
          </a:bodyPr>
          <a:lstStyle/>
          <a:p>
            <a:pPr algn="ctr">
              <a:spcAft>
                <a:spcPts val="400"/>
              </a:spcAft>
            </a:pPr>
            <a:r>
              <a:rPr sz="1300" b="1">
                <a:solidFill>
                  <a:srgbClr val="1A1A1A"/>
                </a:solidFill>
                <a:latin typeface="Arial"/>
              </a:rPr>
              <a:t>26 Sep</a:t>
            </a:r>
          </a:p>
        </p:txBody>
      </p:sp>
      <p:sp>
        <p:nvSpPr>
          <p:cNvPr id="16" name="TextBox 15"/>
          <p:cNvSpPr txBox="1"/>
          <p:nvPr/>
        </p:nvSpPr>
        <p:spPr>
          <a:xfrm>
            <a:off x="5257799" y="2743200"/>
            <a:ext cx="1645920" cy="640080"/>
          </a:xfrm>
          <a:prstGeom prst="rect">
            <a:avLst/>
          </a:prstGeom>
          <a:noFill/>
        </p:spPr>
        <p:txBody>
          <a:bodyPr wrap="square" lIns="0" rIns="0" tIns="0" bIns="0" anchor="t">
            <a:spAutoFit/>
          </a:bodyPr>
          <a:lstStyle/>
          <a:p>
            <a:pPr algn="ctr">
              <a:spcAft>
                <a:spcPts val="400"/>
              </a:spcAft>
            </a:pPr>
            <a:r>
              <a:rPr sz="1300" b="0">
                <a:solidFill>
                  <a:srgbClr val="595959"/>
                </a:solidFill>
                <a:latin typeface="Arial"/>
              </a:rPr>
              <a:t>2.65% error</a:t>
            </a:r>
          </a:p>
        </p:txBody>
      </p:sp>
      <p:sp>
        <p:nvSpPr>
          <p:cNvPr id="17" name="Oval 16"/>
          <p:cNvSpPr/>
          <p:nvPr/>
        </p:nvSpPr>
        <p:spPr>
          <a:xfrm>
            <a:off x="7763256" y="2432304"/>
            <a:ext cx="201168" cy="201168"/>
          </a:xfrm>
          <a:prstGeom prst="ellipse">
            <a:avLst/>
          </a:prstGeom>
          <a:solidFill>
            <a:srgbClr val="006D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79" y="1920240"/>
            <a:ext cx="1645920" cy="365760"/>
          </a:xfrm>
          <a:prstGeom prst="rect">
            <a:avLst/>
          </a:prstGeom>
          <a:noFill/>
        </p:spPr>
        <p:txBody>
          <a:bodyPr wrap="square" lIns="0" rIns="0" tIns="0" bIns="0" anchor="t">
            <a:spAutoFit/>
          </a:bodyPr>
          <a:lstStyle/>
          <a:p>
            <a:pPr algn="ctr">
              <a:spcAft>
                <a:spcPts val="400"/>
              </a:spcAft>
            </a:pPr>
            <a:r>
              <a:rPr sz="1300" b="1">
                <a:solidFill>
                  <a:srgbClr val="1A1A1A"/>
                </a:solidFill>
                <a:latin typeface="Arial"/>
              </a:rPr>
              <a:t>27 Sep–1 Oct</a:t>
            </a:r>
          </a:p>
        </p:txBody>
      </p:sp>
      <p:sp>
        <p:nvSpPr>
          <p:cNvPr id="19" name="TextBox 18"/>
          <p:cNvSpPr txBox="1"/>
          <p:nvPr/>
        </p:nvSpPr>
        <p:spPr>
          <a:xfrm>
            <a:off x="7040879" y="2743200"/>
            <a:ext cx="1645920" cy="640080"/>
          </a:xfrm>
          <a:prstGeom prst="rect">
            <a:avLst/>
          </a:prstGeom>
          <a:noFill/>
        </p:spPr>
        <p:txBody>
          <a:bodyPr wrap="square" lIns="0" rIns="0" tIns="0" bIns="0" anchor="t">
            <a:spAutoFit/>
          </a:bodyPr>
          <a:lstStyle/>
          <a:p>
            <a:pPr algn="ctr">
              <a:spcAft>
                <a:spcPts val="400"/>
              </a:spcAft>
            </a:pPr>
            <a:r>
              <a:rPr sz="1300" b="0">
                <a:solidFill>
                  <a:srgbClr val="595959"/>
                </a:solidFill>
                <a:latin typeface="Arial"/>
              </a:rPr>
              <a:t>Threshold fixes</a:t>
            </a:r>
          </a:p>
        </p:txBody>
      </p:sp>
      <p:sp>
        <p:nvSpPr>
          <p:cNvPr id="20" name="Oval 19"/>
          <p:cNvSpPr/>
          <p:nvPr/>
        </p:nvSpPr>
        <p:spPr>
          <a:xfrm>
            <a:off x="9546336" y="2432304"/>
            <a:ext cx="201168" cy="201168"/>
          </a:xfrm>
          <a:prstGeom prst="ellipse">
            <a:avLst/>
          </a:prstGeom>
          <a:solidFill>
            <a:srgbClr val="006D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23960" y="1920240"/>
            <a:ext cx="1645920" cy="365760"/>
          </a:xfrm>
          <a:prstGeom prst="rect">
            <a:avLst/>
          </a:prstGeom>
          <a:noFill/>
        </p:spPr>
        <p:txBody>
          <a:bodyPr wrap="square" lIns="0" rIns="0" tIns="0" bIns="0" anchor="t">
            <a:spAutoFit/>
          </a:bodyPr>
          <a:lstStyle/>
          <a:p>
            <a:pPr algn="ctr">
              <a:spcAft>
                <a:spcPts val="400"/>
              </a:spcAft>
            </a:pPr>
            <a:r>
              <a:rPr sz="1300" b="1">
                <a:solidFill>
                  <a:srgbClr val="1A1A1A"/>
                </a:solidFill>
                <a:latin typeface="Arial"/>
              </a:rPr>
              <a:t>3–5 Oct</a:t>
            </a:r>
          </a:p>
        </p:txBody>
      </p:sp>
      <p:sp>
        <p:nvSpPr>
          <p:cNvPr id="22" name="TextBox 21"/>
          <p:cNvSpPr txBox="1"/>
          <p:nvPr/>
        </p:nvSpPr>
        <p:spPr>
          <a:xfrm>
            <a:off x="8823960" y="2743200"/>
            <a:ext cx="1645920" cy="640080"/>
          </a:xfrm>
          <a:prstGeom prst="rect">
            <a:avLst/>
          </a:prstGeom>
          <a:noFill/>
        </p:spPr>
        <p:txBody>
          <a:bodyPr wrap="square" lIns="0" rIns="0" tIns="0" bIns="0" anchor="t">
            <a:spAutoFit/>
          </a:bodyPr>
          <a:lstStyle/>
          <a:p>
            <a:pPr algn="ctr">
              <a:spcAft>
                <a:spcPts val="400"/>
              </a:spcAft>
            </a:pPr>
            <a:r>
              <a:rPr sz="1300" b="0">
                <a:solidFill>
                  <a:srgbClr val="595959"/>
                </a:solidFill>
                <a:latin typeface="Arial"/>
              </a:rPr>
              <a:t>Own fakes; live online</a:t>
            </a:r>
          </a:p>
        </p:txBody>
      </p:sp>
      <p:sp>
        <p:nvSpPr>
          <p:cNvPr id="23" name="Oval 22"/>
          <p:cNvSpPr/>
          <p:nvPr/>
        </p:nvSpPr>
        <p:spPr>
          <a:xfrm>
            <a:off x="11329416" y="2432304"/>
            <a:ext cx="201168" cy="201168"/>
          </a:xfrm>
          <a:prstGeom prst="ellipse">
            <a:avLst/>
          </a:prstGeom>
          <a:solidFill>
            <a:srgbClr val="006D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07040" y="1920240"/>
            <a:ext cx="1645920" cy="365760"/>
          </a:xfrm>
          <a:prstGeom prst="rect">
            <a:avLst/>
          </a:prstGeom>
          <a:noFill/>
        </p:spPr>
        <p:txBody>
          <a:bodyPr wrap="square" lIns="0" rIns="0" tIns="0" bIns="0" anchor="t">
            <a:spAutoFit/>
          </a:bodyPr>
          <a:lstStyle/>
          <a:p>
            <a:pPr algn="ctr">
              <a:spcAft>
                <a:spcPts val="400"/>
              </a:spcAft>
            </a:pPr>
            <a:r>
              <a:rPr sz="1300" b="1">
                <a:solidFill>
                  <a:srgbClr val="1A1A1A"/>
                </a:solidFill>
                <a:latin typeface="Arial"/>
              </a:rPr>
              <a:t>13 Oct</a:t>
            </a:r>
          </a:p>
        </p:txBody>
      </p:sp>
      <p:sp>
        <p:nvSpPr>
          <p:cNvPr id="25" name="TextBox 24"/>
          <p:cNvSpPr txBox="1"/>
          <p:nvPr/>
        </p:nvSpPr>
        <p:spPr>
          <a:xfrm>
            <a:off x="10607040" y="2743200"/>
            <a:ext cx="1645920" cy="640080"/>
          </a:xfrm>
          <a:prstGeom prst="rect">
            <a:avLst/>
          </a:prstGeom>
          <a:noFill/>
        </p:spPr>
        <p:txBody>
          <a:bodyPr wrap="square" lIns="0" rIns="0" tIns="0" bIns="0" anchor="t">
            <a:spAutoFit/>
          </a:bodyPr>
          <a:lstStyle/>
          <a:p>
            <a:pPr algn="ctr">
              <a:spcAft>
                <a:spcPts val="400"/>
              </a:spcAft>
            </a:pPr>
            <a:r>
              <a:rPr sz="1300" b="0">
                <a:solidFill>
                  <a:srgbClr val="595959"/>
                </a:solidFill>
                <a:latin typeface="Arial"/>
              </a:rPr>
              <a:t>Final model: 1.51%</a:t>
            </a:r>
          </a:p>
        </p:txBody>
      </p:sp>
      <p:sp>
        <p:nvSpPr>
          <p:cNvPr id="26" name="Rounded Rectangle 25"/>
          <p:cNvSpPr/>
          <p:nvPr/>
        </p:nvSpPr>
        <p:spPr>
          <a:xfrm>
            <a:off x="1188720" y="3611880"/>
            <a:ext cx="3383280" cy="16002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17320" y="3767328"/>
            <a:ext cx="2971800" cy="1371600"/>
          </a:xfrm>
          <a:prstGeom prst="rect">
            <a:avLst/>
          </a:prstGeom>
          <a:noFill/>
        </p:spPr>
        <p:txBody>
          <a:bodyPr wrap="square" lIns="0" rIns="0" tIns="0" bIns="0" anchor="t">
            <a:spAutoFit/>
          </a:bodyPr>
          <a:lstStyle/>
          <a:p>
            <a:pPr algn="l">
              <a:spcAft>
                <a:spcPts val="400"/>
              </a:spcAft>
            </a:pPr>
            <a:r>
              <a:rPr sz="1600" b="1">
                <a:solidFill>
                  <a:srgbClr val="006DAE"/>
                </a:solidFill>
                <a:latin typeface="Arial"/>
              </a:rPr>
              <a:t>Control: pre-registration</a:t>
            </a:r>
          </a:p>
          <a:p>
            <a:pPr algn="l">
              <a:spcAft>
                <a:spcPts val="400"/>
              </a:spcAft>
            </a:pPr>
            <a:r>
              <a:rPr sz="1400" b="0">
                <a:solidFill>
                  <a:srgbClr val="1A1A1A"/>
                </a:solidFill>
                <a:latin typeface="Arial"/>
              </a:rPr>
              <a:t>Success criteria written down before each run, so results couldn't be tuned after the fact.</a:t>
            </a:r>
          </a:p>
        </p:txBody>
      </p:sp>
      <p:sp>
        <p:nvSpPr>
          <p:cNvPr id="28" name="Rounded Rectangle 27"/>
          <p:cNvSpPr/>
          <p:nvPr/>
        </p:nvSpPr>
        <p:spPr>
          <a:xfrm>
            <a:off x="4800600" y="3611880"/>
            <a:ext cx="3383280" cy="16002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0" y="3767328"/>
            <a:ext cx="2971800" cy="1371600"/>
          </a:xfrm>
          <a:prstGeom prst="rect">
            <a:avLst/>
          </a:prstGeom>
          <a:noFill/>
        </p:spPr>
        <p:txBody>
          <a:bodyPr wrap="square" lIns="0" rIns="0" tIns="0" bIns="0" anchor="t">
            <a:spAutoFit/>
          </a:bodyPr>
          <a:lstStyle/>
          <a:p>
            <a:pPr algn="l">
              <a:spcAft>
                <a:spcPts val="400"/>
              </a:spcAft>
            </a:pPr>
            <a:r>
              <a:rPr sz="1600" b="1">
                <a:solidFill>
                  <a:srgbClr val="006DAE"/>
                </a:solidFill>
                <a:latin typeface="Arial"/>
              </a:rPr>
              <a:t>Critical path: GPU time</a:t>
            </a:r>
          </a:p>
          <a:p>
            <a:pPr algn="l">
              <a:spcAft>
                <a:spcPts val="400"/>
              </a:spcAft>
            </a:pPr>
            <a:r>
              <a:rPr sz="1400" b="0">
                <a:solidFill>
                  <a:srgbClr val="1A1A1A"/>
                </a:solidFill>
                <a:latin typeface="Arial"/>
              </a:rPr>
              <a:t>351 GPU-hours on Monash's M3 cluster; 12–13 hours per training run.</a:t>
            </a:r>
          </a:p>
        </p:txBody>
      </p:sp>
      <p:sp>
        <p:nvSpPr>
          <p:cNvPr id="30" name="Rounded Rectangle 29"/>
          <p:cNvSpPr/>
          <p:nvPr/>
        </p:nvSpPr>
        <p:spPr>
          <a:xfrm>
            <a:off x="8412480" y="3611880"/>
            <a:ext cx="3383280" cy="16002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41080" y="3767328"/>
            <a:ext cx="2971800" cy="1371600"/>
          </a:xfrm>
          <a:prstGeom prst="rect">
            <a:avLst/>
          </a:prstGeom>
          <a:noFill/>
        </p:spPr>
        <p:txBody>
          <a:bodyPr wrap="square" lIns="0" rIns="0" tIns="0" bIns="0" anchor="t">
            <a:spAutoFit/>
          </a:bodyPr>
          <a:lstStyle/>
          <a:p>
            <a:pPr algn="l">
              <a:spcAft>
                <a:spcPts val="400"/>
              </a:spcAft>
            </a:pPr>
            <a:r>
              <a:rPr sz="1600" b="1">
                <a:solidFill>
                  <a:srgbClr val="006DAE"/>
                </a:solidFill>
                <a:latin typeface="Arial"/>
              </a:rPr>
              <a:t>Setbacks, handled openly</a:t>
            </a:r>
          </a:p>
          <a:p>
            <a:pPr algn="l">
              <a:spcAft>
                <a:spcPts val="400"/>
              </a:spcAft>
            </a:pPr>
            <a:r>
              <a:rPr sz="1400" b="0">
                <a:solidFill>
                  <a:srgbClr val="1A1A1A"/>
                </a:solidFill>
                <a:latin typeface="Arial"/>
              </a:rPr>
              <a:t>The real-world collapse; two targets missed by under 0.2 points and overridden, on record.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COST, CARBON, PRIVACY, LICENCES</a:t>
            </a:r>
          </a:p>
        </p:txBody>
      </p:sp>
      <p:sp>
        <p:nvSpPr>
          <p:cNvPr id="3" name="Text Placeholder 2"/>
          <p:cNvSpPr>
            <a:spLocks noGrp="1"/>
          </p:cNvSpPr>
          <p:nvPr>
            <p:ph type="body" idx="13" sz="quarter"/>
          </p:nvPr>
        </p:nvSpPr>
        <p:spPr/>
        <p:txBody>
          <a:bodyPr/>
          <a:lstStyle/>
          <a:p>
            <a:r>
              <a:t>CONSTRAINTS</a:t>
            </a:r>
          </a:p>
        </p:txBody>
      </p:sp>
      <p:sp>
        <p:nvSpPr>
          <p:cNvPr id="4" name="TextBox 3"/>
          <p:cNvSpPr txBox="1"/>
          <p:nvPr/>
        </p:nvSpPr>
        <p:spPr>
          <a:xfrm>
            <a:off x="365760" y="1828800"/>
            <a:ext cx="3474720" cy="731520"/>
          </a:xfrm>
          <a:prstGeom prst="rect">
            <a:avLst/>
          </a:prstGeom>
          <a:noFill/>
        </p:spPr>
        <p:txBody>
          <a:bodyPr wrap="square" lIns="0" rIns="0" tIns="0" bIns="0" anchor="t">
            <a:spAutoFit/>
          </a:bodyPr>
          <a:lstStyle/>
          <a:p>
            <a:pPr algn="l">
              <a:spcAft>
                <a:spcPts val="400"/>
              </a:spcAft>
            </a:pPr>
            <a:r>
              <a:rPr sz="3600" b="1">
                <a:solidFill>
                  <a:srgbClr val="006DAE"/>
                </a:solidFill>
                <a:latin typeface="Arial"/>
              </a:rPr>
              <a:t>A$0.53</a:t>
            </a:r>
          </a:p>
        </p:txBody>
      </p:sp>
      <p:sp>
        <p:nvSpPr>
          <p:cNvPr id="5" name="TextBox 4"/>
          <p:cNvSpPr txBox="1"/>
          <p:nvPr/>
        </p:nvSpPr>
        <p:spPr>
          <a:xfrm>
            <a:off x="365760" y="2606040"/>
            <a:ext cx="3474720" cy="822960"/>
          </a:xfrm>
          <a:prstGeom prst="rect">
            <a:avLst/>
          </a:prstGeom>
          <a:noFill/>
        </p:spPr>
        <p:txBody>
          <a:bodyPr wrap="square" lIns="0" rIns="0" tIns="0" bIns="0" anchor="t">
            <a:spAutoFit/>
          </a:bodyPr>
          <a:lstStyle/>
          <a:p>
            <a:pPr algn="l">
              <a:spcAft>
                <a:spcPts val="400"/>
              </a:spcAft>
            </a:pPr>
            <a:r>
              <a:rPr sz="1400" b="0">
                <a:solidFill>
                  <a:srgbClr val="595959"/>
                </a:solidFill>
                <a:latin typeface="Arial"/>
              </a:rPr>
              <a:t>hosting cost to date: the server sleeps when unused</a:t>
            </a:r>
          </a:p>
        </p:txBody>
      </p:sp>
      <p:sp>
        <p:nvSpPr>
          <p:cNvPr id="6" name="TextBox 5"/>
          <p:cNvSpPr txBox="1"/>
          <p:nvPr/>
        </p:nvSpPr>
        <p:spPr>
          <a:xfrm>
            <a:off x="4114800" y="1828800"/>
            <a:ext cx="3474720" cy="731520"/>
          </a:xfrm>
          <a:prstGeom prst="rect">
            <a:avLst/>
          </a:prstGeom>
          <a:noFill/>
        </p:spPr>
        <p:txBody>
          <a:bodyPr wrap="square" lIns="0" rIns="0" tIns="0" bIns="0" anchor="t">
            <a:spAutoFit/>
          </a:bodyPr>
          <a:lstStyle/>
          <a:p>
            <a:pPr algn="l">
              <a:spcAft>
                <a:spcPts val="400"/>
              </a:spcAft>
            </a:pPr>
            <a:r>
              <a:rPr sz="3600" b="1">
                <a:solidFill>
                  <a:srgbClr val="006DAE"/>
                </a:solidFill>
                <a:latin typeface="Arial"/>
              </a:rPr>
              <a:t>~140–190 kg</a:t>
            </a:r>
          </a:p>
        </p:txBody>
      </p:sp>
      <p:sp>
        <p:nvSpPr>
          <p:cNvPr id="7" name="TextBox 6"/>
          <p:cNvSpPr txBox="1"/>
          <p:nvPr/>
        </p:nvSpPr>
        <p:spPr>
          <a:xfrm>
            <a:off x="4114800" y="2606040"/>
            <a:ext cx="3474720" cy="822960"/>
          </a:xfrm>
          <a:prstGeom prst="rect">
            <a:avLst/>
          </a:prstGeom>
          <a:noFill/>
        </p:spPr>
        <p:txBody>
          <a:bodyPr wrap="square" lIns="0" rIns="0" tIns="0" bIns="0" anchor="t">
            <a:spAutoFit/>
          </a:bodyPr>
          <a:lstStyle/>
          <a:p>
            <a:pPr algn="l">
              <a:spcAft>
                <a:spcPts val="400"/>
              </a:spcAft>
            </a:pPr>
            <a:r>
              <a:rPr sz="1400" b="0">
                <a:solidFill>
                  <a:srgbClr val="595959"/>
                </a:solidFill>
                <a:latin typeface="Arial"/>
              </a:rPr>
              <a:t>CO₂e estimated for all training (351 GPU-hours)</a:t>
            </a:r>
          </a:p>
        </p:txBody>
      </p:sp>
      <p:sp>
        <p:nvSpPr>
          <p:cNvPr id="8" name="TextBox 7"/>
          <p:cNvSpPr txBox="1"/>
          <p:nvPr/>
        </p:nvSpPr>
        <p:spPr>
          <a:xfrm>
            <a:off x="365760" y="3703320"/>
            <a:ext cx="3474720" cy="731520"/>
          </a:xfrm>
          <a:prstGeom prst="rect">
            <a:avLst/>
          </a:prstGeom>
          <a:noFill/>
        </p:spPr>
        <p:txBody>
          <a:bodyPr wrap="square" lIns="0" rIns="0" tIns="0" bIns="0" anchor="t">
            <a:spAutoFit/>
          </a:bodyPr>
          <a:lstStyle/>
          <a:p>
            <a:pPr algn="l">
              <a:spcAft>
                <a:spcPts val="400"/>
              </a:spcAft>
            </a:pPr>
            <a:r>
              <a:rPr sz="3600" b="1">
                <a:solidFill>
                  <a:srgbClr val="006DAE"/>
                </a:solidFill>
                <a:latin typeface="Arial"/>
              </a:rPr>
              <a:t>0 clips</a:t>
            </a:r>
          </a:p>
        </p:txBody>
      </p:sp>
      <p:sp>
        <p:nvSpPr>
          <p:cNvPr id="9" name="TextBox 8"/>
          <p:cNvSpPr txBox="1"/>
          <p:nvPr/>
        </p:nvSpPr>
        <p:spPr>
          <a:xfrm>
            <a:off x="365760" y="4480559"/>
            <a:ext cx="3474720" cy="822960"/>
          </a:xfrm>
          <a:prstGeom prst="rect">
            <a:avLst/>
          </a:prstGeom>
          <a:noFill/>
        </p:spPr>
        <p:txBody>
          <a:bodyPr wrap="square" lIns="0" rIns="0" tIns="0" bIns="0" anchor="t">
            <a:spAutoFit/>
          </a:bodyPr>
          <a:lstStyle/>
          <a:p>
            <a:pPr algn="l">
              <a:spcAft>
                <a:spcPts val="400"/>
              </a:spcAft>
            </a:pPr>
            <a:r>
              <a:rPr sz="1400" b="0">
                <a:solidFill>
                  <a:srgbClr val="595959"/>
                </a:solidFill>
                <a:latin typeface="Arial"/>
              </a:rPr>
              <a:t>stored: uploads are scored in memory and dropped</a:t>
            </a:r>
          </a:p>
        </p:txBody>
      </p:sp>
      <p:sp>
        <p:nvSpPr>
          <p:cNvPr id="10" name="TextBox 9"/>
          <p:cNvSpPr txBox="1"/>
          <p:nvPr/>
        </p:nvSpPr>
        <p:spPr>
          <a:xfrm>
            <a:off x="4114800" y="3703320"/>
            <a:ext cx="3474720" cy="731520"/>
          </a:xfrm>
          <a:prstGeom prst="rect">
            <a:avLst/>
          </a:prstGeom>
          <a:noFill/>
        </p:spPr>
        <p:txBody>
          <a:bodyPr wrap="square" lIns="0" rIns="0" tIns="0" bIns="0" anchor="t">
            <a:spAutoFit/>
          </a:bodyPr>
          <a:lstStyle/>
          <a:p>
            <a:pPr algn="l">
              <a:spcAft>
                <a:spcPts val="400"/>
              </a:spcAft>
            </a:pPr>
            <a:r>
              <a:rPr sz="3600" b="1">
                <a:solidFill>
                  <a:srgbClr val="006DAE"/>
                </a:solidFill>
                <a:latin typeface="Arial"/>
              </a:rPr>
              <a:t>100%</a:t>
            </a:r>
          </a:p>
        </p:txBody>
      </p:sp>
      <p:sp>
        <p:nvSpPr>
          <p:cNvPr id="11" name="TextBox 10"/>
          <p:cNvSpPr txBox="1"/>
          <p:nvPr/>
        </p:nvSpPr>
        <p:spPr>
          <a:xfrm>
            <a:off x="4114800" y="4480559"/>
            <a:ext cx="3474720" cy="822960"/>
          </a:xfrm>
          <a:prstGeom prst="rect">
            <a:avLst/>
          </a:prstGeom>
          <a:noFill/>
        </p:spPr>
        <p:txBody>
          <a:bodyPr wrap="square" lIns="0" rIns="0" tIns="0" bIns="0" anchor="t">
            <a:spAutoFit/>
          </a:bodyPr>
          <a:lstStyle/>
          <a:p>
            <a:pPr algn="l">
              <a:spcAft>
                <a:spcPts val="400"/>
              </a:spcAft>
            </a:pPr>
            <a:r>
              <a:rPr sz="1400" b="0">
                <a:solidFill>
                  <a:srgbClr val="595959"/>
                </a:solidFill>
                <a:latin typeface="Arial"/>
              </a:rPr>
              <a:t>of training data licensed for commercial use</a:t>
            </a:r>
          </a:p>
        </p:txBody>
      </p:sp>
      <p:sp>
        <p:nvSpPr>
          <p:cNvPr id="12" name="TextBox 11"/>
          <p:cNvSpPr txBox="1"/>
          <p:nvPr/>
        </p:nvSpPr>
        <p:spPr>
          <a:xfrm>
            <a:off x="365760" y="5623560"/>
            <a:ext cx="7315200" cy="731520"/>
          </a:xfrm>
          <a:prstGeom prst="rect">
            <a:avLst/>
          </a:prstGeom>
          <a:noFill/>
        </p:spPr>
        <p:txBody>
          <a:bodyPr wrap="square" lIns="0" rIns="0" tIns="0" bIns="0" anchor="t">
            <a:spAutoFit/>
          </a:bodyPr>
          <a:lstStyle/>
          <a:p>
            <a:pPr algn="l">
              <a:spcAft>
                <a:spcPts val="400"/>
              </a:spcAft>
            </a:pPr>
            <a:r>
              <a:rPr sz="1400" b="0">
                <a:solidFill>
                  <a:srgbClr val="595959"/>
                </a:solidFill>
                <a:latin typeface="Arial"/>
              </a:rPr>
              <a:t>Safety: the line is set so 1 in 100 real voices is flagged, because a false accusation does harm too.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AND WHAT THE USER IS TOLD</a:t>
            </a:r>
          </a:p>
        </p:txBody>
      </p:sp>
      <p:sp>
        <p:nvSpPr>
          <p:cNvPr id="3" name="Text Placeholder 2"/>
          <p:cNvSpPr>
            <a:spLocks noGrp="1"/>
          </p:cNvSpPr>
          <p:nvPr>
            <p:ph type="body" idx="13" sz="quarter"/>
          </p:nvPr>
        </p:nvSpPr>
        <p:spPr/>
        <p:txBody>
          <a:bodyPr/>
          <a:lstStyle/>
          <a:p>
            <a:r>
              <a:t>WHAT IT STILL GETS WRONG</a:t>
            </a:r>
          </a:p>
        </p:txBody>
      </p:sp>
      <p:sp>
        <p:nvSpPr>
          <p:cNvPr id="4" name="Rounded Rectangle 3"/>
          <p:cNvSpPr/>
          <p:nvPr/>
        </p:nvSpPr>
        <p:spPr>
          <a:xfrm>
            <a:off x="502920" y="1965960"/>
            <a:ext cx="2606040" cy="1874519"/>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148840"/>
            <a:ext cx="2194560" cy="731520"/>
          </a:xfrm>
          <a:prstGeom prst="rect">
            <a:avLst/>
          </a:prstGeom>
          <a:noFill/>
        </p:spPr>
        <p:txBody>
          <a:bodyPr wrap="square" lIns="0" rIns="0" tIns="0" bIns="0" anchor="t">
            <a:spAutoFit/>
          </a:bodyPr>
          <a:lstStyle/>
          <a:p>
            <a:pPr algn="l">
              <a:spcAft>
                <a:spcPts val="400"/>
              </a:spcAft>
            </a:pPr>
            <a:r>
              <a:rPr sz="3000" b="1">
                <a:solidFill>
                  <a:srgbClr val="C44E1F"/>
                </a:solidFill>
                <a:latin typeface="Arial"/>
              </a:rPr>
              <a:t>9–15%</a:t>
            </a:r>
          </a:p>
        </p:txBody>
      </p:sp>
      <p:sp>
        <p:nvSpPr>
          <p:cNvPr id="6" name="TextBox 5"/>
          <p:cNvSpPr txBox="1"/>
          <p:nvPr/>
        </p:nvSpPr>
        <p:spPr>
          <a:xfrm>
            <a:off x="731520" y="3017520"/>
            <a:ext cx="2194560" cy="1280160"/>
          </a:xfrm>
          <a:prstGeom prst="rect">
            <a:avLst/>
          </a:prstGeom>
          <a:noFill/>
        </p:spPr>
        <p:txBody>
          <a:bodyPr wrap="square" lIns="0" rIns="0" tIns="0" bIns="0" anchor="t">
            <a:spAutoFit/>
          </a:bodyPr>
          <a:lstStyle/>
          <a:p>
            <a:pPr algn="l">
              <a:spcAft>
                <a:spcPts val="400"/>
              </a:spcAft>
            </a:pPr>
            <a:r>
              <a:rPr sz="1400" b="0">
                <a:solidFill>
                  <a:srgbClr val="1A1A1A"/>
                </a:solidFill>
                <a:latin typeface="Arial"/>
              </a:rPr>
              <a:t>of clean, studio-quality fakes still get past it</a:t>
            </a:r>
          </a:p>
        </p:txBody>
      </p:sp>
      <p:sp>
        <p:nvSpPr>
          <p:cNvPr id="7" name="Rounded Rectangle 6"/>
          <p:cNvSpPr/>
          <p:nvPr/>
        </p:nvSpPr>
        <p:spPr>
          <a:xfrm>
            <a:off x="3337560" y="1965960"/>
            <a:ext cx="2606040" cy="1874519"/>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2148840"/>
            <a:ext cx="2194560" cy="731520"/>
          </a:xfrm>
          <a:prstGeom prst="rect">
            <a:avLst/>
          </a:prstGeom>
          <a:noFill/>
        </p:spPr>
        <p:txBody>
          <a:bodyPr wrap="square" lIns="0" rIns="0" tIns="0" bIns="0" anchor="t">
            <a:spAutoFit/>
          </a:bodyPr>
          <a:lstStyle/>
          <a:p>
            <a:pPr algn="l">
              <a:spcAft>
                <a:spcPts val="400"/>
              </a:spcAft>
            </a:pPr>
            <a:r>
              <a:rPr sz="3000" b="1">
                <a:solidFill>
                  <a:srgbClr val="C44E1F"/>
                </a:solidFill>
                <a:latin typeface="Arial"/>
              </a:rPr>
              <a:t>55%</a:t>
            </a:r>
          </a:p>
        </p:txBody>
      </p:sp>
      <p:sp>
        <p:nvSpPr>
          <p:cNvPr id="9" name="TextBox 8"/>
          <p:cNvSpPr txBox="1"/>
          <p:nvPr/>
        </p:nvSpPr>
        <p:spPr>
          <a:xfrm>
            <a:off x="3566160" y="3017520"/>
            <a:ext cx="2194560" cy="1280160"/>
          </a:xfrm>
          <a:prstGeom prst="rect">
            <a:avLst/>
          </a:prstGeom>
          <a:noFill/>
        </p:spPr>
        <p:txBody>
          <a:bodyPr wrap="square" lIns="0" rIns="0" tIns="0" bIns="0" anchor="t">
            <a:spAutoFit/>
          </a:bodyPr>
          <a:lstStyle/>
          <a:p>
            <a:pPr algn="l">
              <a:spcAft>
                <a:spcPts val="400"/>
              </a:spcAft>
            </a:pPr>
            <a:r>
              <a:rPr sz="1400" b="0">
                <a:solidFill>
                  <a:srgbClr val="1A1A1A"/>
                </a:solidFill>
                <a:latin typeface="Arial"/>
              </a:rPr>
              <a:t>of clips from one new generator it never heard pass</a:t>
            </a:r>
          </a:p>
        </p:txBody>
      </p:sp>
      <p:sp>
        <p:nvSpPr>
          <p:cNvPr id="10" name="Rounded Rectangle 9"/>
          <p:cNvSpPr/>
          <p:nvPr/>
        </p:nvSpPr>
        <p:spPr>
          <a:xfrm>
            <a:off x="6172200" y="1965960"/>
            <a:ext cx="2606040" cy="1874519"/>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148840"/>
            <a:ext cx="2194560" cy="731520"/>
          </a:xfrm>
          <a:prstGeom prst="rect">
            <a:avLst/>
          </a:prstGeom>
          <a:noFill/>
        </p:spPr>
        <p:txBody>
          <a:bodyPr wrap="square" lIns="0" rIns="0" tIns="0" bIns="0" anchor="t">
            <a:spAutoFit/>
          </a:bodyPr>
          <a:lstStyle/>
          <a:p>
            <a:pPr algn="l">
              <a:spcAft>
                <a:spcPts val="400"/>
              </a:spcAft>
            </a:pPr>
            <a:r>
              <a:rPr sz="3000" b="1">
                <a:solidFill>
                  <a:srgbClr val="C44E1F"/>
                </a:solidFill>
                <a:latin typeface="Arial"/>
              </a:rPr>
              <a:t>2.58%</a:t>
            </a:r>
          </a:p>
        </p:txBody>
      </p:sp>
      <p:sp>
        <p:nvSpPr>
          <p:cNvPr id="12" name="TextBox 11"/>
          <p:cNvSpPr txBox="1"/>
          <p:nvPr/>
        </p:nvSpPr>
        <p:spPr>
          <a:xfrm>
            <a:off x="6400800" y="3017520"/>
            <a:ext cx="2194560" cy="1280160"/>
          </a:xfrm>
          <a:prstGeom prst="rect">
            <a:avLst/>
          </a:prstGeom>
          <a:noFill/>
        </p:spPr>
        <p:txBody>
          <a:bodyPr wrap="square" lIns="0" rIns="0" tIns="0" bIns="0" anchor="t">
            <a:spAutoFit/>
          </a:bodyPr>
          <a:lstStyle/>
          <a:p>
            <a:pPr algn="l">
              <a:spcAft>
                <a:spcPts val="400"/>
              </a:spcAft>
            </a:pPr>
            <a:r>
              <a:rPr sz="1400" b="0">
                <a:solidFill>
                  <a:srgbClr val="1A1A1A"/>
                </a:solidFill>
                <a:latin typeface="Arial"/>
              </a:rPr>
              <a:t>real-world fakes missed, against our own 2.5% target</a:t>
            </a:r>
          </a:p>
        </p:txBody>
      </p:sp>
      <p:sp>
        <p:nvSpPr>
          <p:cNvPr id="13" name="Rounded Rectangle 12"/>
          <p:cNvSpPr/>
          <p:nvPr/>
        </p:nvSpPr>
        <p:spPr>
          <a:xfrm>
            <a:off x="9006840" y="1965960"/>
            <a:ext cx="2606040" cy="1874519"/>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0" y="2148840"/>
            <a:ext cx="2194560" cy="731520"/>
          </a:xfrm>
          <a:prstGeom prst="rect">
            <a:avLst/>
          </a:prstGeom>
          <a:noFill/>
        </p:spPr>
        <p:txBody>
          <a:bodyPr wrap="square" lIns="0" rIns="0" tIns="0" bIns="0" anchor="t">
            <a:spAutoFit/>
          </a:bodyPr>
          <a:lstStyle/>
          <a:p>
            <a:pPr algn="l">
              <a:spcAft>
                <a:spcPts val="400"/>
              </a:spcAft>
            </a:pPr>
            <a:r>
              <a:rPr sz="3000" b="1">
                <a:solidFill>
                  <a:srgbClr val="C44E1F"/>
                </a:solidFill>
                <a:latin typeface="Arial"/>
              </a:rPr>
              <a:t>4 s</a:t>
            </a:r>
          </a:p>
        </p:txBody>
      </p:sp>
      <p:sp>
        <p:nvSpPr>
          <p:cNvPr id="15" name="TextBox 14"/>
          <p:cNvSpPr txBox="1"/>
          <p:nvPr/>
        </p:nvSpPr>
        <p:spPr>
          <a:xfrm>
            <a:off x="9235440" y="3017520"/>
            <a:ext cx="2194560" cy="1280160"/>
          </a:xfrm>
          <a:prstGeom prst="rect">
            <a:avLst/>
          </a:prstGeom>
          <a:noFill/>
        </p:spPr>
        <p:txBody>
          <a:bodyPr wrap="square" lIns="0" rIns="0" tIns="0" bIns="0" anchor="t">
            <a:spAutoFit/>
          </a:bodyPr>
          <a:lstStyle/>
          <a:p>
            <a:pPr algn="l">
              <a:spcAft>
                <a:spcPts val="400"/>
              </a:spcAft>
            </a:pPr>
            <a:r>
              <a:rPr sz="1400" b="0">
                <a:solidFill>
                  <a:srgbClr val="1A1A1A"/>
                </a:solidFill>
                <a:latin typeface="Arial"/>
              </a:rPr>
              <a:t>only the first four seconds are read</a:t>
            </a:r>
          </a:p>
        </p:txBody>
      </p:sp>
      <p:sp>
        <p:nvSpPr>
          <p:cNvPr id="16" name="TextBox 15"/>
          <p:cNvSpPr txBox="1"/>
          <p:nvPr/>
        </p:nvSpPr>
        <p:spPr>
          <a:xfrm>
            <a:off x="502920" y="4297680"/>
            <a:ext cx="11155680" cy="1097280"/>
          </a:xfrm>
          <a:prstGeom prst="rect">
            <a:avLst/>
          </a:prstGeom>
          <a:noFill/>
        </p:spPr>
        <p:txBody>
          <a:bodyPr wrap="square" lIns="0" rIns="0" tIns="0" bIns="0" anchor="t">
            <a:spAutoFit/>
          </a:bodyPr>
          <a:lstStyle/>
          <a:p>
            <a:pPr algn="l">
              <a:spcAft>
                <a:spcPts val="400"/>
              </a:spcAft>
            </a:pPr>
            <a:r>
              <a:rPr sz="1700" b="1">
                <a:solidFill>
                  <a:srgbClr val="006DAE"/>
                </a:solidFill>
                <a:latin typeface="Arial"/>
              </a:rPr>
              <a:t>So the site says it plainly: </a:t>
            </a:r>
            <a:r>
              <a:rPr sz="1700" b="0">
                <a:solidFill>
                  <a:srgbClr val="1A1A1A"/>
                </a:solidFill>
                <a:latin typeface="Arial"/>
              </a:rPr>
              <a:t>a low score on a clean recording is not proof that it's real.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ANYONE HOLDING ONE CLIP AND ONE QUESTION</a:t>
            </a:r>
          </a:p>
        </p:txBody>
      </p:sp>
      <p:sp>
        <p:nvSpPr>
          <p:cNvPr id="3" name="Text Placeholder 2"/>
          <p:cNvSpPr>
            <a:spLocks noGrp="1"/>
          </p:cNvSpPr>
          <p:nvPr>
            <p:ph type="body" idx="13" sz="quarter"/>
          </p:nvPr>
        </p:nvSpPr>
        <p:spPr/>
        <p:txBody>
          <a:bodyPr/>
          <a:lstStyle/>
          <a:p>
            <a:r>
              <a:t>WHO BENEFITS</a:t>
            </a:r>
          </a:p>
        </p:txBody>
      </p:sp>
      <p:sp>
        <p:nvSpPr>
          <p:cNvPr id="4" name="Rounded Rectangle 3"/>
          <p:cNvSpPr/>
          <p:nvPr/>
        </p:nvSpPr>
        <p:spPr>
          <a:xfrm>
            <a:off x="502920" y="1965960"/>
            <a:ext cx="3520440" cy="16002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148840"/>
            <a:ext cx="3108960" cy="1371600"/>
          </a:xfrm>
          <a:prstGeom prst="rect">
            <a:avLst/>
          </a:prstGeom>
          <a:noFill/>
        </p:spPr>
        <p:txBody>
          <a:bodyPr wrap="square" lIns="0" rIns="0" tIns="0" bIns="0" anchor="t">
            <a:spAutoFit/>
          </a:bodyPr>
          <a:lstStyle/>
          <a:p>
            <a:pPr algn="l">
              <a:spcAft>
                <a:spcPts val="400"/>
              </a:spcAft>
            </a:pPr>
            <a:r>
              <a:rPr sz="1800" b="1">
                <a:solidFill>
                  <a:srgbClr val="006DAE"/>
                </a:solidFill>
                <a:latin typeface="Arial"/>
              </a:rPr>
              <a:t>Scam targets</a:t>
            </a:r>
          </a:p>
          <a:p>
            <a:pPr algn="l">
              <a:spcAft>
                <a:spcPts val="400"/>
              </a:spcAft>
            </a:pPr>
            <a:r>
              <a:rPr sz="1400" b="0">
                <a:solidFill>
                  <a:srgbClr val="1A1A1A"/>
                </a:solidFill>
                <a:latin typeface="Arial"/>
              </a:rPr>
              <a:t>a second opinion on a suspicious voice note, before acting on it</a:t>
            </a:r>
          </a:p>
        </p:txBody>
      </p:sp>
      <p:sp>
        <p:nvSpPr>
          <p:cNvPr id="6" name="Rounded Rectangle 5"/>
          <p:cNvSpPr/>
          <p:nvPr/>
        </p:nvSpPr>
        <p:spPr>
          <a:xfrm>
            <a:off x="4297680" y="1965960"/>
            <a:ext cx="3520440" cy="16002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2148840"/>
            <a:ext cx="3108960" cy="1371600"/>
          </a:xfrm>
          <a:prstGeom prst="rect">
            <a:avLst/>
          </a:prstGeom>
          <a:noFill/>
        </p:spPr>
        <p:txBody>
          <a:bodyPr wrap="square" lIns="0" rIns="0" tIns="0" bIns="0" anchor="t">
            <a:spAutoFit/>
          </a:bodyPr>
          <a:lstStyle/>
          <a:p>
            <a:pPr algn="l">
              <a:spcAft>
                <a:spcPts val="400"/>
              </a:spcAft>
            </a:pPr>
            <a:r>
              <a:rPr sz="1800" b="1">
                <a:solidFill>
                  <a:srgbClr val="006DAE"/>
                </a:solidFill>
                <a:latin typeface="Arial"/>
              </a:rPr>
              <a:t>Journalists</a:t>
            </a:r>
          </a:p>
          <a:p>
            <a:pPr algn="l">
              <a:spcAft>
                <a:spcPts val="400"/>
              </a:spcAft>
            </a:pPr>
            <a:r>
              <a:rPr sz="1400" b="0">
                <a:solidFill>
                  <a:srgbClr val="1A1A1A"/>
                </a:solidFill>
                <a:latin typeface="Arial"/>
              </a:rPr>
              <a:t>a measured reading of a clip, with its error rates, to cite</a:t>
            </a:r>
          </a:p>
        </p:txBody>
      </p:sp>
      <p:sp>
        <p:nvSpPr>
          <p:cNvPr id="8" name="Rounded Rectangle 7"/>
          <p:cNvSpPr/>
          <p:nvPr/>
        </p:nvSpPr>
        <p:spPr>
          <a:xfrm>
            <a:off x="8092440" y="1965960"/>
            <a:ext cx="3520440" cy="16002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2148840"/>
            <a:ext cx="3108960" cy="1371600"/>
          </a:xfrm>
          <a:prstGeom prst="rect">
            <a:avLst/>
          </a:prstGeom>
          <a:noFill/>
        </p:spPr>
        <p:txBody>
          <a:bodyPr wrap="square" lIns="0" rIns="0" tIns="0" bIns="0" anchor="t">
            <a:spAutoFit/>
          </a:bodyPr>
          <a:lstStyle/>
          <a:p>
            <a:pPr algn="l">
              <a:spcAft>
                <a:spcPts val="400"/>
              </a:spcAft>
            </a:pPr>
            <a:r>
              <a:rPr sz="1800" b="1">
                <a:solidFill>
                  <a:srgbClr val="006DAE"/>
                </a:solidFill>
                <a:latin typeface="Arial"/>
              </a:rPr>
              <a:t>Moderators</a:t>
            </a:r>
          </a:p>
          <a:p>
            <a:pPr algn="l">
              <a:spcAft>
                <a:spcPts val="400"/>
              </a:spcAft>
            </a:pPr>
            <a:r>
              <a:rPr sz="1400" b="0">
                <a:solidFill>
                  <a:srgbClr val="1A1A1A"/>
                </a:solidFill>
                <a:latin typeface="Arial"/>
              </a:rPr>
              <a:t>a triage signal that says how far it can be trusted</a:t>
            </a:r>
          </a:p>
        </p:txBody>
      </p:sp>
      <p:sp>
        <p:nvSpPr>
          <p:cNvPr id="10" name="TextBox 9"/>
          <p:cNvSpPr txBox="1"/>
          <p:nvPr/>
        </p:nvSpPr>
        <p:spPr>
          <a:xfrm>
            <a:off x="502920" y="3886200"/>
            <a:ext cx="11155680" cy="548640"/>
          </a:xfrm>
          <a:prstGeom prst="rect">
            <a:avLst/>
          </a:prstGeom>
          <a:noFill/>
        </p:spPr>
        <p:txBody>
          <a:bodyPr wrap="square" lIns="0" rIns="0" tIns="0" bIns="0" anchor="t">
            <a:spAutoFit/>
          </a:bodyPr>
          <a:lstStyle/>
          <a:p>
            <a:pPr algn="l">
              <a:spcAft>
                <a:spcPts val="400"/>
              </a:spcAft>
            </a:pPr>
            <a:r>
              <a:rPr sz="1600" b="1">
                <a:solidFill>
                  <a:srgbClr val="1A1A1A"/>
                </a:solidFill>
                <a:latin typeface="Arial"/>
              </a:rPr>
              <a:t>Next: </a:t>
            </a:r>
            <a:r>
              <a:rPr sz="1600" b="0">
                <a:solidFill>
                  <a:srgbClr val="1A1A1A"/>
                </a:solidFill>
                <a:latin typeface="Arial"/>
              </a:rPr>
              <a:t>score whole clips, catch the newest generators, test the interface with users.</a:t>
            </a:r>
          </a:p>
        </p:txBody>
      </p:sp>
      <p:sp>
        <p:nvSpPr>
          <p:cNvPr id="11" name="TextBox 10"/>
          <p:cNvSpPr txBox="1"/>
          <p:nvPr/>
        </p:nvSpPr>
        <p:spPr>
          <a:xfrm>
            <a:off x="502920" y="4663440"/>
            <a:ext cx="11155680" cy="914400"/>
          </a:xfrm>
          <a:prstGeom prst="rect">
            <a:avLst/>
          </a:prstGeom>
          <a:noFill/>
        </p:spPr>
        <p:txBody>
          <a:bodyPr wrap="square" lIns="0" rIns="0" tIns="0" bIns="0" anchor="t">
            <a:spAutoFit/>
          </a:bodyPr>
          <a:lstStyle/>
          <a:p>
            <a:pPr algn="l">
              <a:spcAft>
                <a:spcPts val="400"/>
              </a:spcAft>
            </a:pPr>
            <a:r>
              <a:rPr sz="3600" b="1">
                <a:solidFill>
                  <a:srgbClr val="006DAE"/>
                </a:solidFill>
                <a:latin typeface="Arial Narrow"/>
              </a:rPr>
              <a:t>Thank you. Questions?</a:t>
            </a:r>
          </a:p>
        </p:txBody>
      </p:sp>
    </p:spTree>
  </p:cSld>
  <p:clrMapOvr>
    <a:masterClrMapping/>
  </p:clrMapOvr>
</p:sld>
</file>

<file path=ppt/theme/theme1.xml><?xml version="1.0" encoding="utf-8"?>
<a:theme xmlns:a="http://schemas.openxmlformats.org/drawingml/2006/main" name="Image De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24484</TotalTime>
  <Words>75</Words>
  <Application>Microsoft Macintosh PowerPoint</Application>
  <PresentationFormat>Widescreen</PresentationFormat>
  <Paragraphs>23</Paragraphs>
  <Slides>15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 Narrow</vt:lpstr>
      <vt:lpstr>Calibri</vt:lpstr>
      <vt:lpstr>Courier New</vt:lpstr>
      <vt:lpstr>Wingdings</vt:lpstr>
      <vt:lpstr>Arial</vt:lpstr>
      <vt:lpstr>Image Deck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15.0039</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Timothy Burnett</dc:creator>
  <cp:lastModifiedBy>Microsoft Office User</cp:lastModifiedBy>
  <cp:revision>425</cp:revision>
  <cp:lastPrinted>2017-06-07T05:21:52Z</cp:lastPrinted>
  <dcterms:created xsi:type="dcterms:W3CDTF">2017-05-31T01:24:04Z</dcterms:created>
  <dcterms:modified xsi:type="dcterms:W3CDTF">2022-10-13T06:38:46Z</dcterms:modified>
</cp:coreProperties>
</file>